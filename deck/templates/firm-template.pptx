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6858000" cx="9144000"/>
  <p:notesSz cx="6808775" cy="9940925"/>
  <p:embeddedFontLst>
    <p:embeddedFont>
      <p:font typeface="Palatino Linotype"/>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43">
          <p15:clr>
            <a:srgbClr val="A4A3A4"/>
          </p15:clr>
        </p15:guide>
        <p15:guide id="2" orient="horz" pos="4031">
          <p15:clr>
            <a:srgbClr val="A4A3A4"/>
          </p15:clr>
        </p15:guide>
        <p15:guide id="3" orient="horz" pos="841">
          <p15:clr>
            <a:srgbClr val="A4A3A4"/>
          </p15:clr>
        </p15:guide>
        <p15:guide id="4" orient="horz" pos="2410">
          <p15:clr>
            <a:srgbClr val="A4A3A4"/>
          </p15:clr>
        </p15:guide>
        <p15:guide id="5" pos="5473">
          <p15:clr>
            <a:srgbClr val="A4A3A4"/>
          </p15:clr>
        </p15:guide>
        <p15:guide id="6" pos="285">
          <p15:clr>
            <a:srgbClr val="A4A3A4"/>
          </p15:clr>
        </p15:guide>
        <p15:guide id="7" pos="2929">
          <p15:clr>
            <a:srgbClr val="A4A3A4"/>
          </p15:clr>
        </p15:guide>
      </p15:sldGuideLst>
    </p:ext>
    <p:ext uri="{2D200454-40CA-4A62-9FC3-DE9A4176ACB9}">
      <p15:notesGuideLst>
        <p15:guide id="1" orient="horz" pos="3036">
          <p15:clr>
            <a:srgbClr val="A4A3A4"/>
          </p15:clr>
        </p15:guide>
        <p15:guide id="2" pos="2060">
          <p15:clr>
            <a:srgbClr val="A4A3A4"/>
          </p15:clr>
        </p15:guide>
        <p15:guide id="3" orient="horz" pos="3132">
          <p15:clr>
            <a:srgbClr val="A4A3A4"/>
          </p15:clr>
        </p15:guide>
        <p15:guide id="4" pos="2145">
          <p15:clr>
            <a:srgbClr val="A4A3A4"/>
          </p15:clr>
        </p15:guide>
      </p15:notesGuideLst>
    </p:ext>
    <p:ext uri="GoogleSlidesCustomDataVersion2">
      <go:slidesCustomData xmlns:go="http://customooxmlschemas.google.com/" r:id="rId21" roundtripDataSignature="AMtx7mib/qjHQtuVwQPGqx/qXV5KIymp2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3601326-7664-4D7C-B09F-3C22CD96799B}">
  <a:tblStyle styleId="{C3601326-7664-4D7C-B09F-3C22CD96799B}"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8EC"/>
          </a:solidFill>
        </a:fill>
      </a:tcStyle>
    </a:wholeTbl>
    <a:band1H>
      <a:tcTxStyle/>
      <a:tcStyle>
        <a:fill>
          <a:solidFill>
            <a:srgbClr val="CACED6"/>
          </a:solidFill>
        </a:fill>
      </a:tcStyle>
    </a:band1H>
    <a:band2H>
      <a:tcTxStyle/>
    </a:band2H>
    <a:band1V>
      <a:tcTxStyle/>
      <a:tcStyle>
        <a:fill>
          <a:solidFill>
            <a:srgbClr val="CACED6"/>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43" orient="horz"/>
        <p:guide pos="4031" orient="horz"/>
        <p:guide pos="841" orient="horz"/>
        <p:guide pos="2410" orient="horz"/>
        <p:guide pos="5473"/>
        <p:guide pos="285"/>
        <p:guide pos="2929"/>
      </p:guideLst>
    </p:cSldViewPr>
  </p:slideViewPr>
  <p:notesViewPr>
    <p:cSldViewPr snapToGrid="0">
      <p:cViewPr varScale="1">
        <p:scale>
          <a:sx n="100" d="100"/>
          <a:sy n="100" d="100"/>
        </p:scale>
        <p:origin x="0" y="0"/>
      </p:cViewPr>
      <p:guideLst>
        <p:guide pos="3036" orient="horz"/>
        <p:guide pos="2060"/>
        <p:guide pos="3132" orient="horz"/>
        <p:guide pos="2145"/>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font" Target="fonts/PalatinoLinotype-boldItalic.fntdata"/><Relationship Id="rId11" Type="http://schemas.openxmlformats.org/officeDocument/2006/relationships/slide" Target="slides/slide5.xml"/><Relationship Id="rId10" Type="http://schemas.openxmlformats.org/officeDocument/2006/relationships/slide" Target="slides/slide4.xml"/><Relationship Id="rId21"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PalatinoLinotype-regular.fntdata"/><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PalatinoLinotype-italic.fntdata"/><Relationship Id="rId6" Type="http://schemas.openxmlformats.org/officeDocument/2006/relationships/notesMaster" Target="notesMasters/notesMaster1.xml"/><Relationship Id="rId18" Type="http://schemas.openxmlformats.org/officeDocument/2006/relationships/font" Target="fonts/PalatinoLinotype-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8" y="6"/>
            <a:ext cx="2950767" cy="496389"/>
          </a:xfrm>
          <a:prstGeom prst="rect">
            <a:avLst/>
          </a:prstGeom>
          <a:noFill/>
          <a:ln>
            <a:noFill/>
          </a:ln>
        </p:spPr>
        <p:txBody>
          <a:bodyPr anchorCtr="0" anchor="t" bIns="45625" lIns="91250" spcFirstLastPara="1" rIns="91250" wrap="square" tIns="45625">
            <a:noAutofit/>
          </a:bodyPr>
          <a:lstStyle>
            <a:lvl1pPr lvl="0" marR="0" rtl="0" algn="l">
              <a:spcBef>
                <a:spcPts val="0"/>
              </a:spcBef>
              <a:spcAft>
                <a:spcPts val="0"/>
              </a:spcAft>
              <a:buSzPts val="1400"/>
              <a:buNone/>
              <a:defRPr b="0" i="0" sz="11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56548" y="6"/>
            <a:ext cx="2950767" cy="496389"/>
          </a:xfrm>
          <a:prstGeom prst="rect">
            <a:avLst/>
          </a:prstGeom>
          <a:noFill/>
          <a:ln>
            <a:noFill/>
          </a:ln>
        </p:spPr>
        <p:txBody>
          <a:bodyPr anchorCtr="0" anchor="t" bIns="45625" lIns="91250" spcFirstLastPara="1" rIns="91250" wrap="square" tIns="45625">
            <a:noAutofit/>
          </a:bodyPr>
          <a:lstStyle>
            <a:lvl1pPr lvl="0" marR="0" rtl="0" algn="r">
              <a:spcBef>
                <a:spcPts val="0"/>
              </a:spcBef>
              <a:spcAft>
                <a:spcPts val="0"/>
              </a:spcAft>
              <a:buSzPts val="1400"/>
              <a:buNone/>
              <a:defRPr b="0" i="0" sz="11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920750" y="749300"/>
            <a:ext cx="4967288" cy="37258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1181" y="4722289"/>
            <a:ext cx="5446439" cy="4472428"/>
          </a:xfrm>
          <a:prstGeom prst="rect">
            <a:avLst/>
          </a:prstGeom>
          <a:noFill/>
          <a:ln>
            <a:noFill/>
          </a:ln>
        </p:spPr>
        <p:txBody>
          <a:bodyPr anchorCtr="0" anchor="t" bIns="45625" lIns="91250" spcFirstLastPara="1" rIns="91250" wrap="square" tIns="45625">
            <a:norm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8" y="9442899"/>
            <a:ext cx="2950767" cy="496389"/>
          </a:xfrm>
          <a:prstGeom prst="rect">
            <a:avLst/>
          </a:prstGeom>
          <a:noFill/>
          <a:ln>
            <a:noFill/>
          </a:ln>
        </p:spPr>
        <p:txBody>
          <a:bodyPr anchorCtr="0" anchor="b" bIns="45625" lIns="91250" spcFirstLastPara="1" rIns="91250" wrap="square" tIns="45625">
            <a:noAutofit/>
          </a:bodyPr>
          <a:lstStyle>
            <a:lvl1pPr lvl="0" marR="0" rtl="0" algn="l">
              <a:spcBef>
                <a:spcPts val="0"/>
              </a:spcBef>
              <a:spcAft>
                <a:spcPts val="0"/>
              </a:spcAft>
              <a:buSzPts val="1400"/>
              <a:buNone/>
              <a:defRPr b="0" i="0" sz="11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56548" y="9442899"/>
            <a:ext cx="2950767" cy="496389"/>
          </a:xfrm>
          <a:prstGeom prst="rect">
            <a:avLst/>
          </a:prstGeom>
          <a:noFill/>
          <a:ln>
            <a:noFill/>
          </a:ln>
        </p:spPr>
        <p:txBody>
          <a:bodyPr anchorCtr="0" anchor="b" bIns="45625" lIns="91250" spcFirstLastPara="1" rIns="91250" wrap="square" tIns="45625">
            <a:noAutofit/>
          </a:bodyPr>
          <a:lstStyle/>
          <a:p>
            <a:pPr indent="0" lvl="0" marL="0" marR="0" rtl="0" algn="r">
              <a:spcBef>
                <a:spcPts val="0"/>
              </a:spcBef>
              <a:spcAft>
                <a:spcPts val="0"/>
              </a:spcAft>
              <a:buNone/>
            </a:pPr>
            <a:fld id="{00000000-1234-1234-1234-123412341234}" type="slidenum">
              <a:rPr b="0" i="0" lang="en-US" sz="1100" u="none" cap="none" strike="noStrike">
                <a:solidFill>
                  <a:schemeClr val="dk1"/>
                </a:solidFill>
                <a:latin typeface="Calibri"/>
                <a:ea typeface="Calibri"/>
                <a:cs typeface="Calibri"/>
                <a:sym typeface="Calibri"/>
              </a:rPr>
              <a:t>‹#›</a:t>
            </a:fld>
            <a:endParaRPr b="0" i="0" sz="11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681181" y="4722289"/>
            <a:ext cx="5446439" cy="4472428"/>
          </a:xfrm>
          <a:prstGeom prst="rect">
            <a:avLst/>
          </a:prstGeom>
        </p:spPr>
        <p:txBody>
          <a:bodyPr anchorCtr="0" anchor="t" bIns="45625" lIns="91250" spcFirstLastPara="1" rIns="91250" wrap="square" tIns="45625">
            <a:noAutofit/>
          </a:bodyPr>
          <a:lstStyle/>
          <a:p>
            <a:pPr indent="0" lvl="0" marL="0" rtl="0" algn="l">
              <a:spcBef>
                <a:spcPts val="360"/>
              </a:spcBef>
              <a:spcAft>
                <a:spcPts val="0"/>
              </a:spcAft>
              <a:buNone/>
            </a:pPr>
            <a:r>
              <a:t/>
            </a:r>
            <a:endParaRPr/>
          </a:p>
        </p:txBody>
      </p:sp>
      <p:sp>
        <p:nvSpPr>
          <p:cNvPr id="95" name="Google Shape;95;p1:notes"/>
          <p:cNvSpPr/>
          <p:nvPr>
            <p:ph idx="2" type="sldImg"/>
          </p:nvPr>
        </p:nvSpPr>
        <p:spPr>
          <a:xfrm>
            <a:off x="920750" y="749300"/>
            <a:ext cx="4967288" cy="37258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1181" y="4722289"/>
            <a:ext cx="5446439" cy="4472428"/>
          </a:xfrm>
          <a:prstGeom prst="rect">
            <a:avLst/>
          </a:prstGeom>
        </p:spPr>
        <p:txBody>
          <a:bodyPr anchorCtr="0" anchor="t" bIns="45625" lIns="91250" spcFirstLastPara="1" rIns="91250" wrap="square" tIns="45625">
            <a:noAutofit/>
          </a:bodyPr>
          <a:lstStyle/>
          <a:p>
            <a:pPr indent="0" lvl="0" marL="0" rtl="0" algn="l">
              <a:spcBef>
                <a:spcPts val="360"/>
              </a:spcBef>
              <a:spcAft>
                <a:spcPts val="0"/>
              </a:spcAft>
              <a:buNone/>
            </a:pPr>
            <a:r>
              <a:t/>
            </a:r>
            <a:endParaRPr/>
          </a:p>
        </p:txBody>
      </p:sp>
      <p:sp>
        <p:nvSpPr>
          <p:cNvPr id="101" name="Google Shape;101;p2:notes"/>
          <p:cNvSpPr/>
          <p:nvPr>
            <p:ph idx="2" type="sldImg"/>
          </p:nvPr>
        </p:nvSpPr>
        <p:spPr>
          <a:xfrm>
            <a:off x="920750" y="749300"/>
            <a:ext cx="4967288" cy="37258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p:nvPr>
            <p:ph idx="2" type="sldImg"/>
          </p:nvPr>
        </p:nvSpPr>
        <p:spPr>
          <a:xfrm>
            <a:off x="920750" y="749300"/>
            <a:ext cx="4967288" cy="372586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11" name="Google Shape;111;p3:notes"/>
          <p:cNvSpPr txBox="1"/>
          <p:nvPr>
            <p:ph idx="1" type="body"/>
          </p:nvPr>
        </p:nvSpPr>
        <p:spPr>
          <a:xfrm>
            <a:off x="681181" y="4722289"/>
            <a:ext cx="5446439" cy="4472428"/>
          </a:xfrm>
          <a:prstGeom prst="rect">
            <a:avLst/>
          </a:prstGeom>
          <a:noFill/>
          <a:ln>
            <a:noFill/>
          </a:ln>
        </p:spPr>
        <p:txBody>
          <a:bodyPr anchorCtr="0" anchor="t" bIns="45625" lIns="91250" spcFirstLastPara="1" rIns="91250" wrap="square" tIns="45625">
            <a:normAutofit/>
          </a:bodyPr>
          <a:lstStyle/>
          <a:p>
            <a:pPr indent="0" lvl="0" marL="0" rtl="0" algn="l">
              <a:spcBef>
                <a:spcPts val="0"/>
              </a:spcBef>
              <a:spcAft>
                <a:spcPts val="0"/>
              </a:spcAft>
              <a:buNone/>
            </a:pPr>
            <a:r>
              <a:t/>
            </a:r>
            <a:endParaRPr/>
          </a:p>
        </p:txBody>
      </p:sp>
      <p:sp>
        <p:nvSpPr>
          <p:cNvPr id="112" name="Google Shape;112;p3:notes"/>
          <p:cNvSpPr txBox="1"/>
          <p:nvPr>
            <p:ph idx="12" type="sldNum"/>
          </p:nvPr>
        </p:nvSpPr>
        <p:spPr>
          <a:xfrm>
            <a:off x="3856548" y="9442899"/>
            <a:ext cx="2950767" cy="496389"/>
          </a:xfrm>
          <a:prstGeom prst="rect">
            <a:avLst/>
          </a:prstGeom>
          <a:noFill/>
          <a:ln>
            <a:noFill/>
          </a:ln>
        </p:spPr>
        <p:txBody>
          <a:bodyPr anchorCtr="0" anchor="b" bIns="45625" lIns="91250" spcFirstLastPara="1" rIns="91250" wrap="square" tIns="456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920750" y="749300"/>
            <a:ext cx="4967288" cy="372586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19" name="Google Shape;119;p4:notes"/>
          <p:cNvSpPr txBox="1"/>
          <p:nvPr>
            <p:ph idx="1" type="body"/>
          </p:nvPr>
        </p:nvSpPr>
        <p:spPr>
          <a:xfrm>
            <a:off x="681181" y="4722289"/>
            <a:ext cx="5446439" cy="4472428"/>
          </a:xfrm>
          <a:prstGeom prst="rect">
            <a:avLst/>
          </a:prstGeom>
          <a:noFill/>
          <a:ln>
            <a:noFill/>
          </a:ln>
        </p:spPr>
        <p:txBody>
          <a:bodyPr anchorCtr="0" anchor="t" bIns="45625" lIns="91250" spcFirstLastPara="1" rIns="91250" wrap="square" tIns="45625">
            <a:normAutofit/>
          </a:bodyPr>
          <a:lstStyle/>
          <a:p>
            <a:pPr indent="0" lvl="0" marL="0" rtl="0" algn="l">
              <a:spcBef>
                <a:spcPts val="0"/>
              </a:spcBef>
              <a:spcAft>
                <a:spcPts val="0"/>
              </a:spcAft>
              <a:buNone/>
            </a:pPr>
            <a:r>
              <a:t/>
            </a:r>
            <a:endParaRPr/>
          </a:p>
        </p:txBody>
      </p:sp>
      <p:sp>
        <p:nvSpPr>
          <p:cNvPr id="120" name="Google Shape;120;p4:notes"/>
          <p:cNvSpPr txBox="1"/>
          <p:nvPr>
            <p:ph idx="12" type="sldNum"/>
          </p:nvPr>
        </p:nvSpPr>
        <p:spPr>
          <a:xfrm>
            <a:off x="3856548" y="9442899"/>
            <a:ext cx="2950767" cy="496389"/>
          </a:xfrm>
          <a:prstGeom prst="rect">
            <a:avLst/>
          </a:prstGeom>
          <a:noFill/>
          <a:ln>
            <a:noFill/>
          </a:ln>
        </p:spPr>
        <p:txBody>
          <a:bodyPr anchorCtr="0" anchor="b" bIns="45625" lIns="91250" spcFirstLastPara="1" rIns="91250" wrap="square" tIns="456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p:nvPr>
            <p:ph idx="2" type="sldImg"/>
          </p:nvPr>
        </p:nvSpPr>
        <p:spPr>
          <a:xfrm>
            <a:off x="920750" y="749300"/>
            <a:ext cx="4967288" cy="372586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27" name="Google Shape;127;p5:notes"/>
          <p:cNvSpPr txBox="1"/>
          <p:nvPr>
            <p:ph idx="1" type="body"/>
          </p:nvPr>
        </p:nvSpPr>
        <p:spPr>
          <a:xfrm>
            <a:off x="681181" y="4722289"/>
            <a:ext cx="5446439" cy="4472428"/>
          </a:xfrm>
          <a:prstGeom prst="rect">
            <a:avLst/>
          </a:prstGeom>
          <a:noFill/>
          <a:ln>
            <a:noFill/>
          </a:ln>
        </p:spPr>
        <p:txBody>
          <a:bodyPr anchorCtr="0" anchor="t" bIns="45625" lIns="91250" spcFirstLastPara="1" rIns="91250" wrap="square" tIns="45625">
            <a:normAutofit/>
          </a:bodyPr>
          <a:lstStyle/>
          <a:p>
            <a:pPr indent="0" lvl="0" marL="0" rtl="0" algn="l">
              <a:spcBef>
                <a:spcPts val="0"/>
              </a:spcBef>
              <a:spcAft>
                <a:spcPts val="0"/>
              </a:spcAft>
              <a:buNone/>
            </a:pPr>
            <a:r>
              <a:t/>
            </a:r>
            <a:endParaRPr/>
          </a:p>
        </p:txBody>
      </p:sp>
      <p:sp>
        <p:nvSpPr>
          <p:cNvPr id="128" name="Google Shape;128;p5:notes"/>
          <p:cNvSpPr txBox="1"/>
          <p:nvPr>
            <p:ph idx="12" type="sldNum"/>
          </p:nvPr>
        </p:nvSpPr>
        <p:spPr>
          <a:xfrm>
            <a:off x="3856548" y="9442899"/>
            <a:ext cx="2950767" cy="496389"/>
          </a:xfrm>
          <a:prstGeom prst="rect">
            <a:avLst/>
          </a:prstGeom>
          <a:noFill/>
          <a:ln>
            <a:noFill/>
          </a:ln>
        </p:spPr>
        <p:txBody>
          <a:bodyPr anchorCtr="0" anchor="b" bIns="45625" lIns="91250" spcFirstLastPara="1" rIns="91250" wrap="square" tIns="456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p:nvPr>
            <p:ph idx="2" type="sldImg"/>
          </p:nvPr>
        </p:nvSpPr>
        <p:spPr>
          <a:xfrm>
            <a:off x="920750" y="749300"/>
            <a:ext cx="4967288" cy="372586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36" name="Google Shape;136;p6:notes"/>
          <p:cNvSpPr txBox="1"/>
          <p:nvPr>
            <p:ph idx="1" type="body"/>
          </p:nvPr>
        </p:nvSpPr>
        <p:spPr>
          <a:xfrm>
            <a:off x="681181" y="4722289"/>
            <a:ext cx="5446439" cy="4472428"/>
          </a:xfrm>
          <a:prstGeom prst="rect">
            <a:avLst/>
          </a:prstGeom>
          <a:noFill/>
          <a:ln>
            <a:noFill/>
          </a:ln>
        </p:spPr>
        <p:txBody>
          <a:bodyPr anchorCtr="0" anchor="t" bIns="45625" lIns="91250" spcFirstLastPara="1" rIns="91250" wrap="square" tIns="45625">
            <a:normAutofit/>
          </a:bodyPr>
          <a:lstStyle/>
          <a:p>
            <a:pPr indent="0" lvl="0" marL="0" rtl="0" algn="l">
              <a:spcBef>
                <a:spcPts val="0"/>
              </a:spcBef>
              <a:spcAft>
                <a:spcPts val="0"/>
              </a:spcAft>
              <a:buNone/>
            </a:pPr>
            <a:r>
              <a:t/>
            </a:r>
            <a:endParaRPr/>
          </a:p>
        </p:txBody>
      </p:sp>
      <p:sp>
        <p:nvSpPr>
          <p:cNvPr id="137" name="Google Shape;137;p6:notes"/>
          <p:cNvSpPr txBox="1"/>
          <p:nvPr>
            <p:ph idx="12" type="sldNum"/>
          </p:nvPr>
        </p:nvSpPr>
        <p:spPr>
          <a:xfrm>
            <a:off x="3856548" y="9442899"/>
            <a:ext cx="2950767" cy="496389"/>
          </a:xfrm>
          <a:prstGeom prst="rect">
            <a:avLst/>
          </a:prstGeom>
          <a:noFill/>
          <a:ln>
            <a:noFill/>
          </a:ln>
        </p:spPr>
        <p:txBody>
          <a:bodyPr anchorCtr="0" anchor="b" bIns="45625" lIns="91250" spcFirstLastPara="1" rIns="91250" wrap="square" tIns="456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p:nvPr>
            <p:ph idx="2" type="sldImg"/>
          </p:nvPr>
        </p:nvSpPr>
        <p:spPr>
          <a:xfrm>
            <a:off x="920750" y="749300"/>
            <a:ext cx="4967288" cy="372586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45" name="Google Shape;145;p7:notes"/>
          <p:cNvSpPr txBox="1"/>
          <p:nvPr>
            <p:ph idx="1" type="body"/>
          </p:nvPr>
        </p:nvSpPr>
        <p:spPr>
          <a:xfrm>
            <a:off x="681181" y="4722289"/>
            <a:ext cx="5446439" cy="4472428"/>
          </a:xfrm>
          <a:prstGeom prst="rect">
            <a:avLst/>
          </a:prstGeom>
          <a:noFill/>
          <a:ln>
            <a:noFill/>
          </a:ln>
        </p:spPr>
        <p:txBody>
          <a:bodyPr anchorCtr="0" anchor="t" bIns="45625" lIns="91250" spcFirstLastPara="1" rIns="91250" wrap="square" tIns="45625">
            <a:normAutofit/>
          </a:bodyPr>
          <a:lstStyle/>
          <a:p>
            <a:pPr indent="0" lvl="0" marL="0" rtl="0" algn="l">
              <a:spcBef>
                <a:spcPts val="0"/>
              </a:spcBef>
              <a:spcAft>
                <a:spcPts val="0"/>
              </a:spcAft>
              <a:buNone/>
            </a:pPr>
            <a:r>
              <a:t/>
            </a:r>
            <a:endParaRPr/>
          </a:p>
        </p:txBody>
      </p:sp>
      <p:sp>
        <p:nvSpPr>
          <p:cNvPr id="146" name="Google Shape;146;p7:notes"/>
          <p:cNvSpPr txBox="1"/>
          <p:nvPr>
            <p:ph idx="12" type="sldNum"/>
          </p:nvPr>
        </p:nvSpPr>
        <p:spPr>
          <a:xfrm>
            <a:off x="3856548" y="9442899"/>
            <a:ext cx="2950767" cy="496389"/>
          </a:xfrm>
          <a:prstGeom prst="rect">
            <a:avLst/>
          </a:prstGeom>
          <a:noFill/>
          <a:ln>
            <a:noFill/>
          </a:ln>
        </p:spPr>
        <p:txBody>
          <a:bodyPr anchorCtr="0" anchor="b" bIns="45625" lIns="91250" spcFirstLastPara="1" rIns="91250" wrap="square" tIns="456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p:nvPr>
            <p:ph idx="2" type="sldImg"/>
          </p:nvPr>
        </p:nvSpPr>
        <p:spPr>
          <a:xfrm>
            <a:off x="920750" y="749300"/>
            <a:ext cx="4967288" cy="372586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205" name="Google Shape;205;p8:notes"/>
          <p:cNvSpPr txBox="1"/>
          <p:nvPr>
            <p:ph idx="1" type="body"/>
          </p:nvPr>
        </p:nvSpPr>
        <p:spPr>
          <a:xfrm>
            <a:off x="681181" y="4722289"/>
            <a:ext cx="5446439" cy="4472428"/>
          </a:xfrm>
          <a:prstGeom prst="rect">
            <a:avLst/>
          </a:prstGeom>
          <a:noFill/>
          <a:ln>
            <a:noFill/>
          </a:ln>
        </p:spPr>
        <p:txBody>
          <a:bodyPr anchorCtr="0" anchor="t" bIns="45625" lIns="91250" spcFirstLastPara="1" rIns="91250" wrap="square" tIns="45625">
            <a:normAutofit/>
          </a:bodyPr>
          <a:lstStyle/>
          <a:p>
            <a:pPr indent="0" lvl="0" marL="0" rtl="0" algn="l">
              <a:spcBef>
                <a:spcPts val="0"/>
              </a:spcBef>
              <a:spcAft>
                <a:spcPts val="0"/>
              </a:spcAft>
              <a:buNone/>
            </a:pPr>
            <a:r>
              <a:t/>
            </a:r>
            <a:endParaRPr/>
          </a:p>
        </p:txBody>
      </p:sp>
      <p:sp>
        <p:nvSpPr>
          <p:cNvPr id="206" name="Google Shape;206;p8:notes"/>
          <p:cNvSpPr txBox="1"/>
          <p:nvPr>
            <p:ph idx="12" type="sldNum"/>
          </p:nvPr>
        </p:nvSpPr>
        <p:spPr>
          <a:xfrm>
            <a:off x="3856548" y="9442899"/>
            <a:ext cx="2950767" cy="496389"/>
          </a:xfrm>
          <a:prstGeom prst="rect">
            <a:avLst/>
          </a:prstGeom>
          <a:noFill/>
          <a:ln>
            <a:noFill/>
          </a:ln>
        </p:spPr>
        <p:txBody>
          <a:bodyPr anchorCtr="0" anchor="b" bIns="45625" lIns="91250" spcFirstLastPara="1" rIns="91250" wrap="square" tIns="456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9:notes"/>
          <p:cNvSpPr/>
          <p:nvPr>
            <p:ph idx="2" type="sldImg"/>
          </p:nvPr>
        </p:nvSpPr>
        <p:spPr>
          <a:xfrm>
            <a:off x="920750" y="749300"/>
            <a:ext cx="4967288" cy="372586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213" name="Google Shape;213;p9:notes"/>
          <p:cNvSpPr txBox="1"/>
          <p:nvPr>
            <p:ph idx="1" type="body"/>
          </p:nvPr>
        </p:nvSpPr>
        <p:spPr>
          <a:xfrm>
            <a:off x="681181" y="4722289"/>
            <a:ext cx="5446439" cy="4472428"/>
          </a:xfrm>
          <a:prstGeom prst="rect">
            <a:avLst/>
          </a:prstGeom>
          <a:noFill/>
          <a:ln>
            <a:noFill/>
          </a:ln>
        </p:spPr>
        <p:txBody>
          <a:bodyPr anchorCtr="0" anchor="t" bIns="45625" lIns="91250" spcFirstLastPara="1" rIns="91250" wrap="square" tIns="45625">
            <a:normAutofit/>
          </a:bodyPr>
          <a:lstStyle/>
          <a:p>
            <a:pPr indent="0" lvl="0" marL="0" rtl="0" algn="l">
              <a:spcBef>
                <a:spcPts val="0"/>
              </a:spcBef>
              <a:spcAft>
                <a:spcPts val="0"/>
              </a:spcAft>
              <a:buNone/>
            </a:pPr>
            <a:r>
              <a:t/>
            </a:r>
            <a:endParaRPr/>
          </a:p>
        </p:txBody>
      </p:sp>
      <p:sp>
        <p:nvSpPr>
          <p:cNvPr id="214" name="Google Shape;214;p9:notes"/>
          <p:cNvSpPr txBox="1"/>
          <p:nvPr>
            <p:ph idx="12" type="sldNum"/>
          </p:nvPr>
        </p:nvSpPr>
        <p:spPr>
          <a:xfrm>
            <a:off x="3856548" y="9442899"/>
            <a:ext cx="2950767" cy="496389"/>
          </a:xfrm>
          <a:prstGeom prst="rect">
            <a:avLst/>
          </a:prstGeom>
          <a:noFill/>
          <a:ln>
            <a:noFill/>
          </a:ln>
        </p:spPr>
        <p:txBody>
          <a:bodyPr anchorCtr="0" anchor="b" bIns="45625" lIns="91250" spcFirstLastPara="1" rIns="91250" wrap="square" tIns="456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0:notes"/>
          <p:cNvSpPr txBox="1"/>
          <p:nvPr>
            <p:ph idx="1" type="body"/>
          </p:nvPr>
        </p:nvSpPr>
        <p:spPr>
          <a:xfrm>
            <a:off x="681181" y="4722289"/>
            <a:ext cx="5446439" cy="4472428"/>
          </a:xfrm>
          <a:prstGeom prst="rect">
            <a:avLst/>
          </a:prstGeom>
        </p:spPr>
        <p:txBody>
          <a:bodyPr anchorCtr="0" anchor="t" bIns="45625" lIns="91250" spcFirstLastPara="1" rIns="91250" wrap="square" tIns="45625">
            <a:noAutofit/>
          </a:bodyPr>
          <a:lstStyle/>
          <a:p>
            <a:pPr indent="0" lvl="0" marL="0" rtl="0" algn="l">
              <a:spcBef>
                <a:spcPts val="360"/>
              </a:spcBef>
              <a:spcAft>
                <a:spcPts val="0"/>
              </a:spcAft>
              <a:buNone/>
            </a:pPr>
            <a:r>
              <a:t/>
            </a:r>
            <a:endParaRPr/>
          </a:p>
        </p:txBody>
      </p:sp>
      <p:sp>
        <p:nvSpPr>
          <p:cNvPr id="223" name="Google Shape;223;p10:notes"/>
          <p:cNvSpPr/>
          <p:nvPr>
            <p:ph idx="2" type="sldImg"/>
          </p:nvPr>
        </p:nvSpPr>
        <p:spPr>
          <a:xfrm>
            <a:off x="920750" y="749300"/>
            <a:ext cx="4967288" cy="37258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3" name="Shape 13"/>
        <p:cNvGrpSpPr/>
        <p:nvPr/>
      </p:nvGrpSpPr>
      <p:grpSpPr>
        <a:xfrm>
          <a:off x="0" y="0"/>
          <a:ext cx="0" cy="0"/>
          <a:chOff x="0" y="0"/>
          <a:chExt cx="0" cy="0"/>
        </a:xfrm>
      </p:grpSpPr>
      <p:sp>
        <p:nvSpPr>
          <p:cNvPr id="14" name="Google Shape;14;p12"/>
          <p:cNvSpPr txBox="1"/>
          <p:nvPr>
            <p:ph type="ctrTitle"/>
          </p:nvPr>
        </p:nvSpPr>
        <p:spPr>
          <a:xfrm>
            <a:off x="467112" y="4363957"/>
            <a:ext cx="8214926" cy="521423"/>
          </a:xfrm>
          <a:prstGeom prst="rect">
            <a:avLst/>
          </a:prstGeom>
          <a:noFill/>
          <a:ln>
            <a:noFill/>
          </a:ln>
        </p:spPr>
        <p:txBody>
          <a:bodyPr anchorCtr="0" anchor="t" bIns="18275" lIns="0" spcFirstLastPara="1" rIns="91425" wrap="square" tIns="0">
            <a:normAutofit/>
          </a:bodyPr>
          <a:lstStyle>
            <a:lvl1pPr lvl="0" algn="l">
              <a:spcBef>
                <a:spcPts val="0"/>
              </a:spcBef>
              <a:spcAft>
                <a:spcPts val="0"/>
              </a:spcAft>
              <a:buSzPts val="1400"/>
              <a:buNone/>
              <a:defRPr sz="28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2"/>
          <p:cNvSpPr txBox="1"/>
          <p:nvPr>
            <p:ph idx="1" type="subTitle"/>
          </p:nvPr>
        </p:nvSpPr>
        <p:spPr>
          <a:xfrm>
            <a:off x="467112" y="4883491"/>
            <a:ext cx="8214926" cy="888504"/>
          </a:xfrm>
          <a:prstGeom prst="rect">
            <a:avLst/>
          </a:prstGeom>
          <a:noFill/>
          <a:ln>
            <a:noFill/>
          </a:ln>
        </p:spPr>
        <p:txBody>
          <a:bodyPr anchorCtr="0" anchor="t" bIns="45700" lIns="0" spcFirstLastPara="1" rIns="91425" wrap="square" tIns="45700">
            <a:normAutofit/>
          </a:bodyPr>
          <a:lstStyle>
            <a:lvl1pPr lvl="0" algn="l">
              <a:spcBef>
                <a:spcPts val="0"/>
              </a:spcBef>
              <a:spcAft>
                <a:spcPts val="0"/>
              </a:spcAft>
              <a:buSzPts val="2400"/>
              <a:buNone/>
              <a:defRPr sz="2400">
                <a:solidFill>
                  <a:schemeClr val="dk2"/>
                </a:solidFill>
              </a:defRPr>
            </a:lvl1pPr>
            <a:lvl2pPr lvl="1" algn="ctr">
              <a:spcBef>
                <a:spcPts val="600"/>
              </a:spcBef>
              <a:spcAft>
                <a:spcPts val="0"/>
              </a:spcAft>
              <a:buSzPts val="1300"/>
              <a:buNone/>
              <a:defRPr>
                <a:solidFill>
                  <a:srgbClr val="888888"/>
                </a:solidFill>
              </a:defRPr>
            </a:lvl2pPr>
            <a:lvl3pPr lvl="2" algn="ctr">
              <a:spcBef>
                <a:spcPts val="400"/>
              </a:spcBef>
              <a:spcAft>
                <a:spcPts val="0"/>
              </a:spcAft>
              <a:buSzPts val="1300"/>
              <a:buNone/>
              <a:defRPr>
                <a:solidFill>
                  <a:srgbClr val="888888"/>
                </a:solidFill>
              </a:defRPr>
            </a:lvl3pPr>
            <a:lvl4pPr lvl="3" algn="ctr">
              <a:spcBef>
                <a:spcPts val="400"/>
              </a:spcBef>
              <a:spcAft>
                <a:spcPts val="0"/>
              </a:spcAft>
              <a:buSzPts val="1040"/>
              <a:buNone/>
              <a:defRPr>
                <a:solidFill>
                  <a:srgbClr val="888888"/>
                </a:solidFill>
              </a:defRPr>
            </a:lvl4pPr>
            <a:lvl5pPr lvl="4" algn="ctr">
              <a:spcBef>
                <a:spcPts val="400"/>
              </a:spcBef>
              <a:spcAft>
                <a:spcPts val="0"/>
              </a:spcAft>
              <a:buSzPts val="13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 name="Shape 16"/>
        <p:cNvGrpSpPr/>
        <p:nvPr/>
      </p:nvGrpSpPr>
      <p:grpSpPr>
        <a:xfrm>
          <a:off x="0" y="0"/>
          <a:ext cx="0" cy="0"/>
          <a:chOff x="0" y="0"/>
          <a:chExt cx="0" cy="0"/>
        </a:xfrm>
      </p:grpSpPr>
      <p:cxnSp>
        <p:nvCxnSpPr>
          <p:cNvPr id="17" name="Google Shape;17;p13"/>
          <p:cNvCxnSpPr/>
          <p:nvPr/>
        </p:nvCxnSpPr>
        <p:spPr>
          <a:xfrm>
            <a:off x="468313" y="1181100"/>
            <a:ext cx="8207375" cy="0"/>
          </a:xfrm>
          <a:prstGeom prst="straightConnector1">
            <a:avLst/>
          </a:prstGeom>
          <a:noFill/>
          <a:ln cap="flat" cmpd="sng" w="12700">
            <a:solidFill>
              <a:schemeClr val="accent1"/>
            </a:solidFill>
            <a:prstDash val="solid"/>
            <a:round/>
            <a:headEnd len="sm" w="sm" type="none"/>
            <a:tailEnd len="sm" w="sm" type="none"/>
          </a:ln>
        </p:spPr>
      </p:cxnSp>
      <p:sp>
        <p:nvSpPr>
          <p:cNvPr id="18" name="Google Shape;18;p13"/>
          <p:cNvSpPr txBox="1"/>
          <p:nvPr/>
        </p:nvSpPr>
        <p:spPr>
          <a:xfrm>
            <a:off x="7885113" y="6462713"/>
            <a:ext cx="796925" cy="261937"/>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fld id="{00000000-1234-1234-1234-123412341234}" type="slidenum">
              <a:rPr b="0" i="0" lang="en-US" sz="1100" u="none" cap="none" strike="noStrike">
                <a:solidFill>
                  <a:schemeClr val="dk2"/>
                </a:solidFill>
                <a:latin typeface="Calibri"/>
                <a:ea typeface="Calibri"/>
                <a:cs typeface="Calibri"/>
                <a:sym typeface="Calibri"/>
              </a:rPr>
              <a:t>‹#›</a:t>
            </a:fld>
            <a:endParaRPr b="0" i="0" sz="1100" u="none" cap="none" strike="noStrike">
              <a:solidFill>
                <a:schemeClr val="dk2"/>
              </a:solidFill>
              <a:latin typeface="Calibri"/>
              <a:ea typeface="Calibri"/>
              <a:cs typeface="Calibri"/>
              <a:sym typeface="Calibri"/>
            </a:endParaRPr>
          </a:p>
        </p:txBody>
      </p:sp>
      <p:sp>
        <p:nvSpPr>
          <p:cNvPr id="19" name="Google Shape;19;p13"/>
          <p:cNvSpPr txBox="1"/>
          <p:nvPr>
            <p:ph idx="1" type="body"/>
          </p:nvPr>
        </p:nvSpPr>
        <p:spPr>
          <a:xfrm>
            <a:off x="457200" y="1733550"/>
            <a:ext cx="8229600" cy="4670425"/>
          </a:xfrm>
          <a:prstGeom prst="rect">
            <a:avLst/>
          </a:prstGeom>
          <a:noFill/>
          <a:ln>
            <a:noFill/>
          </a:ln>
        </p:spPr>
        <p:txBody>
          <a:bodyPr anchorCtr="0" anchor="t" bIns="45700" lIns="91425" spcFirstLastPara="1" rIns="91425" wrap="square" tIns="45700">
            <a:normAutofit/>
          </a:bodyPr>
          <a:lstStyle>
            <a:lvl1pPr indent="-311150" lvl="0" marL="457200" algn="l">
              <a:spcBef>
                <a:spcPts val="0"/>
              </a:spcBef>
              <a:spcAft>
                <a:spcPts val="0"/>
              </a:spcAft>
              <a:buSzPts val="1300"/>
              <a:buChar char="▪"/>
              <a:defRPr sz="1300"/>
            </a:lvl1pPr>
            <a:lvl2pPr indent="-311150" lvl="1" marL="914400" algn="l">
              <a:spcBef>
                <a:spcPts val="600"/>
              </a:spcBef>
              <a:spcAft>
                <a:spcPts val="0"/>
              </a:spcAft>
              <a:buSzPts val="1300"/>
              <a:buChar char="•"/>
              <a:defRPr sz="1300"/>
            </a:lvl2pPr>
            <a:lvl3pPr indent="-311150" lvl="2" marL="1371600" algn="l">
              <a:spcBef>
                <a:spcPts val="400"/>
              </a:spcBef>
              <a:spcAft>
                <a:spcPts val="0"/>
              </a:spcAft>
              <a:buSzPts val="1300"/>
              <a:buChar char="‒"/>
              <a:defRPr sz="1300"/>
            </a:lvl3pPr>
            <a:lvl4pPr indent="-294640" lvl="3" marL="1828800" algn="l">
              <a:spcBef>
                <a:spcPts val="400"/>
              </a:spcBef>
              <a:spcAft>
                <a:spcPts val="0"/>
              </a:spcAft>
              <a:buSzPts val="1040"/>
              <a:buChar char="▪"/>
              <a:defRPr sz="1300"/>
            </a:lvl4pPr>
            <a:lvl5pPr indent="-311150" lvl="4" marL="2286000" algn="l">
              <a:spcBef>
                <a:spcPts val="400"/>
              </a:spcBef>
              <a:spcAft>
                <a:spcPts val="0"/>
              </a:spcAft>
              <a:buSzPts val="1300"/>
              <a:buChar char="»"/>
              <a:defRPr sz="1300"/>
            </a:lvl5pPr>
            <a:lvl6pPr indent="-342900" lvl="5" marL="2743200" algn="l">
              <a:spcBef>
                <a:spcPts val="40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13"/>
          <p:cNvSpPr txBox="1"/>
          <p:nvPr>
            <p:ph type="title"/>
          </p:nvPr>
        </p:nvSpPr>
        <p:spPr>
          <a:xfrm>
            <a:off x="457200" y="454025"/>
            <a:ext cx="8229600" cy="722313"/>
          </a:xfrm>
          <a:prstGeom prst="rect">
            <a:avLst/>
          </a:prstGeom>
          <a:noFill/>
          <a:ln>
            <a:noFill/>
          </a:ln>
        </p:spPr>
        <p:txBody>
          <a:bodyPr anchorCtr="0" anchor="b" bIns="18275" lIns="91425" spcFirstLastPara="1" rIns="91425" wrap="square" tIns="0">
            <a:normAutofit/>
          </a:bodyPr>
          <a:lstStyle>
            <a:lvl1pPr lvl="0" algn="l">
              <a:spcBef>
                <a:spcPts val="0"/>
              </a:spcBef>
              <a:spcAft>
                <a:spcPts val="0"/>
              </a:spcAft>
              <a:buClr>
                <a:srgbClr val="174A7C"/>
              </a:buClr>
              <a:buSzPts val="2400"/>
              <a:buFont typeface="Calibri"/>
              <a:buNone/>
              <a:defRPr i="0" sz="2400">
                <a:solidFill>
                  <a:srgbClr val="174A7C"/>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3"/>
          <p:cNvSpPr txBox="1"/>
          <p:nvPr>
            <p:ph idx="2" type="body"/>
          </p:nvPr>
        </p:nvSpPr>
        <p:spPr>
          <a:xfrm>
            <a:off x="457200" y="1203989"/>
            <a:ext cx="8219256" cy="337716"/>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SzPts val="1800"/>
              <a:buNone/>
              <a:defRPr sz="1800">
                <a:solidFill>
                  <a:schemeClr val="dk1"/>
                </a:solidFill>
              </a:defRPr>
            </a:lvl1pPr>
            <a:lvl2pPr indent="-228600" lvl="1" marL="914400" algn="l">
              <a:spcBef>
                <a:spcPts val="600"/>
              </a:spcBef>
              <a:spcAft>
                <a:spcPts val="0"/>
              </a:spcAft>
              <a:buSzPts val="1200"/>
              <a:buNone/>
              <a:defRPr sz="1200"/>
            </a:lvl2pPr>
            <a:lvl3pPr indent="-228600" lvl="2" marL="1371600" algn="l">
              <a:spcBef>
                <a:spcPts val="400"/>
              </a:spcBef>
              <a:spcAft>
                <a:spcPts val="0"/>
              </a:spcAft>
              <a:buSzPts val="1000"/>
              <a:buNone/>
              <a:defRPr sz="1000"/>
            </a:lvl3pPr>
            <a:lvl4pPr indent="-228600" lvl="3" marL="1828800" algn="l">
              <a:spcBef>
                <a:spcPts val="400"/>
              </a:spcBef>
              <a:spcAft>
                <a:spcPts val="0"/>
              </a:spcAft>
              <a:buSzPts val="720"/>
              <a:buNone/>
              <a:defRPr sz="900"/>
            </a:lvl4pPr>
            <a:lvl5pPr indent="-228600" lvl="4" marL="2286000" algn="l">
              <a:spcBef>
                <a:spcPts val="400"/>
              </a:spcBef>
              <a:spcAft>
                <a:spcPts val="0"/>
              </a:spcAft>
              <a:buSzPts val="900"/>
              <a:buNone/>
              <a:defRPr sz="900"/>
            </a:lvl5pPr>
            <a:lvl6pPr indent="-228600" lvl="5" marL="2743200" algn="l">
              <a:spcBef>
                <a:spcPts val="40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No Subtitle">
  <p:cSld name="Title and Content - No Subtitle">
    <p:spTree>
      <p:nvGrpSpPr>
        <p:cNvPr id="22" name="Shape 22"/>
        <p:cNvGrpSpPr/>
        <p:nvPr/>
      </p:nvGrpSpPr>
      <p:grpSpPr>
        <a:xfrm>
          <a:off x="0" y="0"/>
          <a:ext cx="0" cy="0"/>
          <a:chOff x="0" y="0"/>
          <a:chExt cx="0" cy="0"/>
        </a:xfrm>
      </p:grpSpPr>
      <p:cxnSp>
        <p:nvCxnSpPr>
          <p:cNvPr id="23" name="Google Shape;23;p14"/>
          <p:cNvCxnSpPr/>
          <p:nvPr/>
        </p:nvCxnSpPr>
        <p:spPr>
          <a:xfrm>
            <a:off x="468313" y="1181100"/>
            <a:ext cx="8207375" cy="0"/>
          </a:xfrm>
          <a:prstGeom prst="straightConnector1">
            <a:avLst/>
          </a:prstGeom>
          <a:noFill/>
          <a:ln cap="flat" cmpd="sng" w="12700">
            <a:solidFill>
              <a:schemeClr val="accent1"/>
            </a:solidFill>
            <a:prstDash val="solid"/>
            <a:round/>
            <a:headEnd len="sm" w="sm" type="none"/>
            <a:tailEnd len="sm" w="sm" type="none"/>
          </a:ln>
        </p:spPr>
      </p:cxnSp>
      <p:sp>
        <p:nvSpPr>
          <p:cNvPr id="24" name="Google Shape;24;p14"/>
          <p:cNvSpPr txBox="1"/>
          <p:nvPr/>
        </p:nvSpPr>
        <p:spPr>
          <a:xfrm>
            <a:off x="7885113" y="6462713"/>
            <a:ext cx="796925" cy="261937"/>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fld id="{00000000-1234-1234-1234-123412341234}" type="slidenum">
              <a:rPr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
        <p:nvSpPr>
          <p:cNvPr id="25" name="Google Shape;25;p14"/>
          <p:cNvSpPr txBox="1"/>
          <p:nvPr>
            <p:ph idx="1" type="body"/>
          </p:nvPr>
        </p:nvSpPr>
        <p:spPr>
          <a:xfrm>
            <a:off x="457200" y="1425635"/>
            <a:ext cx="8229600" cy="4978340"/>
          </a:xfrm>
          <a:prstGeom prst="rect">
            <a:avLst/>
          </a:prstGeom>
          <a:noFill/>
          <a:ln>
            <a:noFill/>
          </a:ln>
        </p:spPr>
        <p:txBody>
          <a:bodyPr anchorCtr="0" anchor="t" bIns="45700" lIns="91425" spcFirstLastPara="1" rIns="91425" wrap="square" tIns="45700">
            <a:normAutofit/>
          </a:bodyPr>
          <a:lstStyle>
            <a:lvl1pPr indent="-311150" lvl="0" marL="457200" algn="l">
              <a:spcBef>
                <a:spcPts val="0"/>
              </a:spcBef>
              <a:spcAft>
                <a:spcPts val="0"/>
              </a:spcAft>
              <a:buSzPts val="1300"/>
              <a:buChar char="▪"/>
              <a:defRPr sz="1300"/>
            </a:lvl1pPr>
            <a:lvl2pPr indent="-311150" lvl="1" marL="914400" algn="l">
              <a:spcBef>
                <a:spcPts val="600"/>
              </a:spcBef>
              <a:spcAft>
                <a:spcPts val="0"/>
              </a:spcAft>
              <a:buSzPts val="1300"/>
              <a:buChar char="•"/>
              <a:defRPr sz="1300"/>
            </a:lvl2pPr>
            <a:lvl3pPr indent="-311150" lvl="2" marL="1371600" algn="l">
              <a:spcBef>
                <a:spcPts val="400"/>
              </a:spcBef>
              <a:spcAft>
                <a:spcPts val="0"/>
              </a:spcAft>
              <a:buSzPts val="1300"/>
              <a:buChar char="‒"/>
              <a:defRPr sz="1300"/>
            </a:lvl3pPr>
            <a:lvl4pPr indent="-294640" lvl="3" marL="1828800" algn="l">
              <a:spcBef>
                <a:spcPts val="400"/>
              </a:spcBef>
              <a:spcAft>
                <a:spcPts val="0"/>
              </a:spcAft>
              <a:buSzPts val="1040"/>
              <a:buChar char="▪"/>
              <a:defRPr sz="1300"/>
            </a:lvl4pPr>
            <a:lvl5pPr indent="-311150" lvl="4" marL="2286000" algn="l">
              <a:spcBef>
                <a:spcPts val="400"/>
              </a:spcBef>
              <a:spcAft>
                <a:spcPts val="0"/>
              </a:spcAft>
              <a:buSzPts val="1300"/>
              <a:buChar char="»"/>
              <a:defRPr sz="1300"/>
            </a:lvl5pPr>
            <a:lvl6pPr indent="-342900" lvl="5" marL="2743200" algn="l">
              <a:spcBef>
                <a:spcPts val="40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 name="Google Shape;26;p14"/>
          <p:cNvSpPr txBox="1"/>
          <p:nvPr>
            <p:ph type="title"/>
          </p:nvPr>
        </p:nvSpPr>
        <p:spPr>
          <a:xfrm>
            <a:off x="457200" y="454025"/>
            <a:ext cx="8229600" cy="722313"/>
          </a:xfrm>
          <a:prstGeom prst="rect">
            <a:avLst/>
          </a:prstGeom>
          <a:noFill/>
          <a:ln>
            <a:noFill/>
          </a:ln>
        </p:spPr>
        <p:txBody>
          <a:bodyPr anchorCtr="0" anchor="b" bIns="18275" lIns="91425" spcFirstLastPara="1" rIns="91425" wrap="square" tIns="0">
            <a:normAutofit/>
          </a:bodyPr>
          <a:lstStyle>
            <a:lvl1pPr lvl="0" algn="l">
              <a:spcBef>
                <a:spcPts val="0"/>
              </a:spcBef>
              <a:spcAft>
                <a:spcPts val="0"/>
              </a:spcAft>
              <a:buClr>
                <a:srgbClr val="174A7C"/>
              </a:buClr>
              <a:buSzPts val="2400"/>
              <a:buFont typeface="Calibri"/>
              <a:buNone/>
              <a:defRPr i="0" sz="2400">
                <a:solidFill>
                  <a:srgbClr val="174A7C"/>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7" name="Shape 27"/>
        <p:cNvGrpSpPr/>
        <p:nvPr/>
      </p:nvGrpSpPr>
      <p:grpSpPr>
        <a:xfrm>
          <a:off x="0" y="0"/>
          <a:ext cx="0" cy="0"/>
          <a:chOff x="0" y="0"/>
          <a:chExt cx="0" cy="0"/>
        </a:xfrm>
      </p:grpSpPr>
      <p:sp>
        <p:nvSpPr>
          <p:cNvPr id="28" name="Google Shape;28;p15"/>
          <p:cNvSpPr txBox="1"/>
          <p:nvPr>
            <p:ph type="title"/>
          </p:nvPr>
        </p:nvSpPr>
        <p:spPr>
          <a:xfrm>
            <a:off x="471488" y="2747962"/>
            <a:ext cx="8210550" cy="1362075"/>
          </a:xfrm>
          <a:prstGeom prst="rect">
            <a:avLst/>
          </a:prstGeom>
          <a:noFill/>
          <a:ln>
            <a:noFill/>
          </a:ln>
        </p:spPr>
        <p:txBody>
          <a:bodyPr anchorCtr="0" anchor="ctr" bIns="0" lIns="0" spcFirstLastPara="1" rIns="0" wrap="square" tIns="0">
            <a:normAutofit/>
          </a:bodyPr>
          <a:lstStyle>
            <a:lvl1pPr lvl="0" algn="r">
              <a:spcBef>
                <a:spcPts val="0"/>
              </a:spcBef>
              <a:spcAft>
                <a:spcPts val="0"/>
              </a:spcAft>
              <a:buSzPts val="1400"/>
              <a:buNone/>
              <a:defRPr b="0" sz="2800" cap="none">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9" name="Shape 29"/>
        <p:cNvGrpSpPr/>
        <p:nvPr/>
      </p:nvGrpSpPr>
      <p:grpSpPr>
        <a:xfrm>
          <a:off x="0" y="0"/>
          <a:ext cx="0" cy="0"/>
          <a:chOff x="0" y="0"/>
          <a:chExt cx="0" cy="0"/>
        </a:xfrm>
      </p:grpSpPr>
      <p:cxnSp>
        <p:nvCxnSpPr>
          <p:cNvPr id="30" name="Google Shape;30;p16"/>
          <p:cNvCxnSpPr/>
          <p:nvPr/>
        </p:nvCxnSpPr>
        <p:spPr>
          <a:xfrm>
            <a:off x="468313" y="1181100"/>
            <a:ext cx="8207375" cy="0"/>
          </a:xfrm>
          <a:prstGeom prst="straightConnector1">
            <a:avLst/>
          </a:prstGeom>
          <a:noFill/>
          <a:ln cap="flat" cmpd="sng" w="12700">
            <a:solidFill>
              <a:schemeClr val="accent1"/>
            </a:solidFill>
            <a:prstDash val="solid"/>
            <a:round/>
            <a:headEnd len="sm" w="sm" type="none"/>
            <a:tailEnd len="sm" w="sm" type="none"/>
          </a:ln>
        </p:spPr>
      </p:cxnSp>
      <p:sp>
        <p:nvSpPr>
          <p:cNvPr id="31" name="Google Shape;31;p16"/>
          <p:cNvSpPr txBox="1"/>
          <p:nvPr/>
        </p:nvSpPr>
        <p:spPr>
          <a:xfrm>
            <a:off x="7885113" y="6462713"/>
            <a:ext cx="796925" cy="261937"/>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fld id="{00000000-1234-1234-1234-123412341234}" type="slidenum">
              <a:rPr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
        <p:nvSpPr>
          <p:cNvPr id="32" name="Google Shape;32;p16"/>
          <p:cNvSpPr txBox="1"/>
          <p:nvPr>
            <p:ph type="title"/>
          </p:nvPr>
        </p:nvSpPr>
        <p:spPr>
          <a:xfrm>
            <a:off x="457200" y="454025"/>
            <a:ext cx="8229600" cy="722313"/>
          </a:xfrm>
          <a:prstGeom prst="rect">
            <a:avLst/>
          </a:prstGeom>
          <a:noFill/>
          <a:ln>
            <a:noFill/>
          </a:ln>
        </p:spPr>
        <p:txBody>
          <a:bodyPr anchorCtr="0" anchor="b" bIns="18275" lIns="91425" spcFirstLastPara="1" rIns="91425" wrap="square" tIns="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6"/>
          <p:cNvSpPr txBox="1"/>
          <p:nvPr>
            <p:ph idx="1" type="body"/>
          </p:nvPr>
        </p:nvSpPr>
        <p:spPr>
          <a:xfrm>
            <a:off x="457200" y="1203989"/>
            <a:ext cx="8219256" cy="337716"/>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SzPts val="1800"/>
              <a:buNone/>
              <a:defRPr sz="1800">
                <a:solidFill>
                  <a:schemeClr val="dk1"/>
                </a:solidFill>
              </a:defRPr>
            </a:lvl1pPr>
            <a:lvl2pPr indent="-228600" lvl="1" marL="914400" algn="l">
              <a:spcBef>
                <a:spcPts val="600"/>
              </a:spcBef>
              <a:spcAft>
                <a:spcPts val="0"/>
              </a:spcAft>
              <a:buSzPts val="1200"/>
              <a:buNone/>
              <a:defRPr sz="1200"/>
            </a:lvl2pPr>
            <a:lvl3pPr indent="-228600" lvl="2" marL="1371600" algn="l">
              <a:spcBef>
                <a:spcPts val="400"/>
              </a:spcBef>
              <a:spcAft>
                <a:spcPts val="0"/>
              </a:spcAft>
              <a:buSzPts val="1000"/>
              <a:buNone/>
              <a:defRPr sz="1000"/>
            </a:lvl3pPr>
            <a:lvl4pPr indent="-228600" lvl="3" marL="1828800" algn="l">
              <a:spcBef>
                <a:spcPts val="400"/>
              </a:spcBef>
              <a:spcAft>
                <a:spcPts val="0"/>
              </a:spcAft>
              <a:buSzPts val="720"/>
              <a:buNone/>
              <a:defRPr sz="900"/>
            </a:lvl4pPr>
            <a:lvl5pPr indent="-228600" lvl="4" marL="2286000" algn="l">
              <a:spcBef>
                <a:spcPts val="400"/>
              </a:spcBef>
              <a:spcAft>
                <a:spcPts val="0"/>
              </a:spcAft>
              <a:buSzPts val="900"/>
              <a:buNone/>
              <a:defRPr sz="900"/>
            </a:lvl5pPr>
            <a:lvl6pPr indent="-228600" lvl="5" marL="2743200" algn="l">
              <a:spcBef>
                <a:spcPts val="40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oxes">
  <p:cSld name="Two boxes">
    <p:spTree>
      <p:nvGrpSpPr>
        <p:cNvPr id="34" name="Shape 34"/>
        <p:cNvGrpSpPr/>
        <p:nvPr/>
      </p:nvGrpSpPr>
      <p:grpSpPr>
        <a:xfrm>
          <a:off x="0" y="0"/>
          <a:ext cx="0" cy="0"/>
          <a:chOff x="0" y="0"/>
          <a:chExt cx="0" cy="0"/>
        </a:xfrm>
      </p:grpSpPr>
      <p:cxnSp>
        <p:nvCxnSpPr>
          <p:cNvPr id="35" name="Google Shape;35;p17"/>
          <p:cNvCxnSpPr/>
          <p:nvPr/>
        </p:nvCxnSpPr>
        <p:spPr>
          <a:xfrm>
            <a:off x="468313" y="1181100"/>
            <a:ext cx="8207375" cy="0"/>
          </a:xfrm>
          <a:prstGeom prst="straightConnector1">
            <a:avLst/>
          </a:prstGeom>
          <a:noFill/>
          <a:ln cap="flat" cmpd="sng" w="12700">
            <a:solidFill>
              <a:schemeClr val="accent1"/>
            </a:solidFill>
            <a:prstDash val="solid"/>
            <a:round/>
            <a:headEnd len="sm" w="sm" type="none"/>
            <a:tailEnd len="sm" w="sm" type="none"/>
          </a:ln>
        </p:spPr>
      </p:cxnSp>
      <p:sp>
        <p:nvSpPr>
          <p:cNvPr id="36" name="Google Shape;36;p17"/>
          <p:cNvSpPr txBox="1"/>
          <p:nvPr/>
        </p:nvSpPr>
        <p:spPr>
          <a:xfrm>
            <a:off x="7885113" y="6462713"/>
            <a:ext cx="796925" cy="261937"/>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fld id="{00000000-1234-1234-1234-123412341234}" type="slidenum">
              <a:rPr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
        <p:nvSpPr>
          <p:cNvPr id="37" name="Google Shape;37;p17"/>
          <p:cNvSpPr txBox="1"/>
          <p:nvPr>
            <p:ph type="title"/>
          </p:nvPr>
        </p:nvSpPr>
        <p:spPr>
          <a:xfrm>
            <a:off x="457200" y="454025"/>
            <a:ext cx="8229600" cy="722313"/>
          </a:xfrm>
          <a:prstGeom prst="rect">
            <a:avLst/>
          </a:prstGeom>
          <a:noFill/>
          <a:ln>
            <a:noFill/>
          </a:ln>
        </p:spPr>
        <p:txBody>
          <a:bodyPr anchorCtr="0" anchor="b" bIns="18275" lIns="91425" spcFirstLastPara="1" rIns="91425" wrap="square" tIns="0">
            <a:normAutofit/>
          </a:bodyPr>
          <a:lstStyle>
            <a:lvl1pPr lvl="0" algn="l">
              <a:spcBef>
                <a:spcPts val="0"/>
              </a:spcBef>
              <a:spcAft>
                <a:spcPts val="0"/>
              </a:spcAft>
              <a:buClr>
                <a:srgbClr val="174A7C"/>
              </a:buClr>
              <a:buSzPts val="2400"/>
              <a:buFont typeface="Calibri"/>
              <a:buNone/>
              <a:defRPr i="0" sz="2400">
                <a:solidFill>
                  <a:srgbClr val="174A7C"/>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 type="body"/>
          </p:nvPr>
        </p:nvSpPr>
        <p:spPr>
          <a:xfrm>
            <a:off x="457200" y="1708339"/>
            <a:ext cx="4040188" cy="228600"/>
          </a:xfrm>
          <a:prstGeom prst="rect">
            <a:avLst/>
          </a:prstGeom>
          <a:solidFill>
            <a:schemeClr val="lt2"/>
          </a:solidFill>
          <a:ln>
            <a:noFill/>
          </a:ln>
        </p:spPr>
        <p:txBody>
          <a:bodyPr anchorCtr="0" anchor="ctr" bIns="0" lIns="0" spcFirstLastPara="1" rIns="0" wrap="square" tIns="0">
            <a:noAutofit/>
          </a:bodyPr>
          <a:lstStyle>
            <a:lvl1pPr indent="-228600" lvl="0" marL="457200" algn="ctr">
              <a:spcBef>
                <a:spcPts val="0"/>
              </a:spcBef>
              <a:spcAft>
                <a:spcPts val="0"/>
              </a:spcAft>
              <a:buSzPts val="1050"/>
              <a:buNone/>
              <a:defRPr b="1" sz="1050">
                <a:solidFill>
                  <a:srgbClr val="2E4350"/>
                </a:solidFill>
              </a:defRPr>
            </a:lvl1pPr>
            <a:lvl2pPr indent="-228600" lvl="1" marL="914400" algn="l">
              <a:spcBef>
                <a:spcPts val="600"/>
              </a:spcBef>
              <a:spcAft>
                <a:spcPts val="0"/>
              </a:spcAft>
              <a:buSzPts val="2000"/>
              <a:buNone/>
              <a:defRPr b="1" sz="2000"/>
            </a:lvl2pPr>
            <a:lvl3pPr indent="-228600" lvl="2" marL="1371600" algn="l">
              <a:spcBef>
                <a:spcPts val="400"/>
              </a:spcBef>
              <a:spcAft>
                <a:spcPts val="0"/>
              </a:spcAft>
              <a:buSzPts val="1800"/>
              <a:buNone/>
              <a:defRPr b="1" sz="1800"/>
            </a:lvl3pPr>
            <a:lvl4pPr indent="-228600" lvl="3" marL="1828800" algn="l">
              <a:spcBef>
                <a:spcPts val="400"/>
              </a:spcBef>
              <a:spcAft>
                <a:spcPts val="0"/>
              </a:spcAft>
              <a:buSzPts val="1280"/>
              <a:buNone/>
              <a:defRPr b="1" sz="1600"/>
            </a:lvl4pPr>
            <a:lvl5pPr indent="-228600" lvl="4" marL="2286000" algn="l">
              <a:spcBef>
                <a:spcPts val="400"/>
              </a:spcBef>
              <a:spcAft>
                <a:spcPts val="0"/>
              </a:spcAft>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17"/>
          <p:cNvSpPr txBox="1"/>
          <p:nvPr>
            <p:ph idx="2" type="body"/>
          </p:nvPr>
        </p:nvSpPr>
        <p:spPr>
          <a:xfrm>
            <a:off x="457200" y="1939333"/>
            <a:ext cx="4040188" cy="4464642"/>
          </a:xfrm>
          <a:prstGeom prst="rect">
            <a:avLst/>
          </a:prstGeom>
          <a:noFill/>
          <a:ln>
            <a:noFill/>
          </a:ln>
        </p:spPr>
        <p:txBody>
          <a:bodyPr anchorCtr="0" anchor="t" bIns="45700" lIns="91425" spcFirstLastPara="1" rIns="91425" wrap="square" tIns="45700">
            <a:normAutofit/>
          </a:bodyPr>
          <a:lstStyle>
            <a:lvl1pPr indent="-311150" lvl="0" marL="457200" algn="l">
              <a:spcBef>
                <a:spcPts val="0"/>
              </a:spcBef>
              <a:spcAft>
                <a:spcPts val="0"/>
              </a:spcAft>
              <a:buSzPts val="1300"/>
              <a:buChar char="▪"/>
              <a:defRPr sz="1300"/>
            </a:lvl1pPr>
            <a:lvl2pPr indent="-311150" lvl="1" marL="914400" algn="l">
              <a:spcBef>
                <a:spcPts val="600"/>
              </a:spcBef>
              <a:spcAft>
                <a:spcPts val="0"/>
              </a:spcAft>
              <a:buSzPts val="1300"/>
              <a:buChar char="•"/>
              <a:defRPr sz="1300"/>
            </a:lvl2pPr>
            <a:lvl3pPr indent="-311150" lvl="2" marL="1371600" algn="l">
              <a:spcBef>
                <a:spcPts val="400"/>
              </a:spcBef>
              <a:spcAft>
                <a:spcPts val="0"/>
              </a:spcAft>
              <a:buSzPts val="1300"/>
              <a:buChar char="‒"/>
              <a:defRPr sz="1300"/>
            </a:lvl3pPr>
            <a:lvl4pPr indent="-294640" lvl="3" marL="1828800" algn="l">
              <a:spcBef>
                <a:spcPts val="400"/>
              </a:spcBef>
              <a:spcAft>
                <a:spcPts val="0"/>
              </a:spcAft>
              <a:buSzPts val="1040"/>
              <a:buChar char="▪"/>
              <a:defRPr sz="1300"/>
            </a:lvl4pPr>
            <a:lvl5pPr indent="-311150" lvl="4" marL="2286000" algn="l">
              <a:spcBef>
                <a:spcPts val="400"/>
              </a:spcBef>
              <a:spcAft>
                <a:spcPts val="0"/>
              </a:spcAft>
              <a:buSzPts val="1300"/>
              <a:buChar char="»"/>
              <a:defRPr sz="1300"/>
            </a:lvl5pPr>
            <a:lvl6pPr indent="-330200" lvl="5" marL="2743200" algn="l">
              <a:spcBef>
                <a:spcPts val="40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17"/>
          <p:cNvSpPr txBox="1"/>
          <p:nvPr>
            <p:ph idx="3" type="body"/>
          </p:nvPr>
        </p:nvSpPr>
        <p:spPr>
          <a:xfrm>
            <a:off x="4645025" y="1708339"/>
            <a:ext cx="4041775" cy="228600"/>
          </a:xfrm>
          <a:prstGeom prst="rect">
            <a:avLst/>
          </a:prstGeom>
          <a:solidFill>
            <a:srgbClr val="BDCED9"/>
          </a:solidFill>
          <a:ln>
            <a:noFill/>
          </a:ln>
        </p:spPr>
        <p:txBody>
          <a:bodyPr anchorCtr="0" anchor="ctr" bIns="0" lIns="0" spcFirstLastPara="1" rIns="0" wrap="square" tIns="0">
            <a:noAutofit/>
          </a:bodyPr>
          <a:lstStyle>
            <a:lvl1pPr indent="-228600" lvl="0" marL="457200" algn="ctr">
              <a:spcBef>
                <a:spcPts val="0"/>
              </a:spcBef>
              <a:spcAft>
                <a:spcPts val="0"/>
              </a:spcAft>
              <a:buSzPts val="1050"/>
              <a:buNone/>
              <a:defRPr b="1" sz="1050">
                <a:solidFill>
                  <a:srgbClr val="2E4350"/>
                </a:solidFill>
              </a:defRPr>
            </a:lvl1pPr>
            <a:lvl2pPr indent="-228600" lvl="1" marL="914400" algn="l">
              <a:spcBef>
                <a:spcPts val="600"/>
              </a:spcBef>
              <a:spcAft>
                <a:spcPts val="0"/>
              </a:spcAft>
              <a:buSzPts val="2000"/>
              <a:buNone/>
              <a:defRPr b="1" sz="2000"/>
            </a:lvl2pPr>
            <a:lvl3pPr indent="-228600" lvl="2" marL="1371600" algn="l">
              <a:spcBef>
                <a:spcPts val="400"/>
              </a:spcBef>
              <a:spcAft>
                <a:spcPts val="0"/>
              </a:spcAft>
              <a:buSzPts val="1800"/>
              <a:buNone/>
              <a:defRPr b="1" sz="1800"/>
            </a:lvl3pPr>
            <a:lvl4pPr indent="-228600" lvl="3" marL="1828800" algn="l">
              <a:spcBef>
                <a:spcPts val="400"/>
              </a:spcBef>
              <a:spcAft>
                <a:spcPts val="0"/>
              </a:spcAft>
              <a:buSzPts val="1280"/>
              <a:buNone/>
              <a:defRPr b="1" sz="1600"/>
            </a:lvl4pPr>
            <a:lvl5pPr indent="-228600" lvl="4" marL="2286000" algn="l">
              <a:spcBef>
                <a:spcPts val="400"/>
              </a:spcBef>
              <a:spcAft>
                <a:spcPts val="0"/>
              </a:spcAft>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17"/>
          <p:cNvSpPr txBox="1"/>
          <p:nvPr>
            <p:ph idx="4" type="body"/>
          </p:nvPr>
        </p:nvSpPr>
        <p:spPr>
          <a:xfrm>
            <a:off x="4645025" y="1939333"/>
            <a:ext cx="4041775" cy="4464642"/>
          </a:xfrm>
          <a:prstGeom prst="rect">
            <a:avLst/>
          </a:prstGeom>
          <a:noFill/>
          <a:ln>
            <a:noFill/>
          </a:ln>
        </p:spPr>
        <p:txBody>
          <a:bodyPr anchorCtr="0" anchor="t" bIns="45700" lIns="91425" spcFirstLastPara="1" rIns="91425" wrap="square" tIns="45700">
            <a:normAutofit/>
          </a:bodyPr>
          <a:lstStyle>
            <a:lvl1pPr indent="-311150" lvl="0" marL="457200" algn="l">
              <a:spcBef>
                <a:spcPts val="0"/>
              </a:spcBef>
              <a:spcAft>
                <a:spcPts val="0"/>
              </a:spcAft>
              <a:buSzPts val="1300"/>
              <a:buChar char="▪"/>
              <a:defRPr sz="1300"/>
            </a:lvl1pPr>
            <a:lvl2pPr indent="-311150" lvl="1" marL="914400" algn="l">
              <a:spcBef>
                <a:spcPts val="600"/>
              </a:spcBef>
              <a:spcAft>
                <a:spcPts val="0"/>
              </a:spcAft>
              <a:buSzPts val="1300"/>
              <a:buChar char="•"/>
              <a:defRPr sz="1300"/>
            </a:lvl2pPr>
            <a:lvl3pPr indent="-311150" lvl="2" marL="1371600" algn="l">
              <a:spcBef>
                <a:spcPts val="400"/>
              </a:spcBef>
              <a:spcAft>
                <a:spcPts val="0"/>
              </a:spcAft>
              <a:buSzPts val="1300"/>
              <a:buChar char="‒"/>
              <a:defRPr sz="1300"/>
            </a:lvl3pPr>
            <a:lvl4pPr indent="-294640" lvl="3" marL="1828800" algn="l">
              <a:spcBef>
                <a:spcPts val="400"/>
              </a:spcBef>
              <a:spcAft>
                <a:spcPts val="0"/>
              </a:spcAft>
              <a:buSzPts val="1040"/>
              <a:buChar char="▪"/>
              <a:defRPr sz="1300"/>
            </a:lvl4pPr>
            <a:lvl5pPr indent="-311150" lvl="4" marL="2286000" algn="l">
              <a:spcBef>
                <a:spcPts val="400"/>
              </a:spcBef>
              <a:spcAft>
                <a:spcPts val="0"/>
              </a:spcAft>
              <a:buSzPts val="1300"/>
              <a:buChar char="»"/>
              <a:defRPr sz="1300"/>
            </a:lvl5pPr>
            <a:lvl6pPr indent="-330200" lvl="5" marL="2743200" algn="l">
              <a:spcBef>
                <a:spcPts val="40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17"/>
          <p:cNvSpPr txBox="1"/>
          <p:nvPr>
            <p:ph idx="5" type="body"/>
          </p:nvPr>
        </p:nvSpPr>
        <p:spPr>
          <a:xfrm>
            <a:off x="457200" y="1203989"/>
            <a:ext cx="8219256" cy="337716"/>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SzPts val="1800"/>
              <a:buNone/>
              <a:defRPr sz="1800">
                <a:solidFill>
                  <a:schemeClr val="dk1"/>
                </a:solidFill>
              </a:defRPr>
            </a:lvl1pPr>
            <a:lvl2pPr indent="-228600" lvl="1" marL="914400" algn="l">
              <a:spcBef>
                <a:spcPts val="600"/>
              </a:spcBef>
              <a:spcAft>
                <a:spcPts val="0"/>
              </a:spcAft>
              <a:buSzPts val="1200"/>
              <a:buNone/>
              <a:defRPr sz="1200"/>
            </a:lvl2pPr>
            <a:lvl3pPr indent="-228600" lvl="2" marL="1371600" algn="l">
              <a:spcBef>
                <a:spcPts val="400"/>
              </a:spcBef>
              <a:spcAft>
                <a:spcPts val="0"/>
              </a:spcAft>
              <a:buSzPts val="1000"/>
              <a:buNone/>
              <a:defRPr sz="1000"/>
            </a:lvl3pPr>
            <a:lvl4pPr indent="-228600" lvl="3" marL="1828800" algn="l">
              <a:spcBef>
                <a:spcPts val="400"/>
              </a:spcBef>
              <a:spcAft>
                <a:spcPts val="0"/>
              </a:spcAft>
              <a:buSzPts val="720"/>
              <a:buNone/>
              <a:defRPr sz="900"/>
            </a:lvl4pPr>
            <a:lvl5pPr indent="-228600" lvl="4" marL="2286000" algn="l">
              <a:spcBef>
                <a:spcPts val="400"/>
              </a:spcBef>
              <a:spcAft>
                <a:spcPts val="0"/>
              </a:spcAft>
              <a:buSzPts val="900"/>
              <a:buNone/>
              <a:defRPr sz="900"/>
            </a:lvl5pPr>
            <a:lvl6pPr indent="-228600" lvl="5" marL="2743200" algn="l">
              <a:spcBef>
                <a:spcPts val="40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oxes - No Subtitle">
  <p:cSld name="Two boxes - No Subtitle">
    <p:spTree>
      <p:nvGrpSpPr>
        <p:cNvPr id="43" name="Shape 43"/>
        <p:cNvGrpSpPr/>
        <p:nvPr/>
      </p:nvGrpSpPr>
      <p:grpSpPr>
        <a:xfrm>
          <a:off x="0" y="0"/>
          <a:ext cx="0" cy="0"/>
          <a:chOff x="0" y="0"/>
          <a:chExt cx="0" cy="0"/>
        </a:xfrm>
      </p:grpSpPr>
      <p:cxnSp>
        <p:nvCxnSpPr>
          <p:cNvPr id="44" name="Google Shape;44;p18"/>
          <p:cNvCxnSpPr/>
          <p:nvPr/>
        </p:nvCxnSpPr>
        <p:spPr>
          <a:xfrm>
            <a:off x="468313" y="1181100"/>
            <a:ext cx="8207375" cy="0"/>
          </a:xfrm>
          <a:prstGeom prst="straightConnector1">
            <a:avLst/>
          </a:prstGeom>
          <a:noFill/>
          <a:ln cap="flat" cmpd="sng" w="12700">
            <a:solidFill>
              <a:schemeClr val="accent1"/>
            </a:solidFill>
            <a:prstDash val="solid"/>
            <a:round/>
            <a:headEnd len="sm" w="sm" type="none"/>
            <a:tailEnd len="sm" w="sm" type="none"/>
          </a:ln>
        </p:spPr>
      </p:cxnSp>
      <p:sp>
        <p:nvSpPr>
          <p:cNvPr id="45" name="Google Shape;45;p18"/>
          <p:cNvSpPr txBox="1"/>
          <p:nvPr/>
        </p:nvSpPr>
        <p:spPr>
          <a:xfrm>
            <a:off x="7885113" y="6462713"/>
            <a:ext cx="796925" cy="261937"/>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fld id="{00000000-1234-1234-1234-123412341234}" type="slidenum">
              <a:rPr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
        <p:nvSpPr>
          <p:cNvPr id="46" name="Google Shape;46;p18"/>
          <p:cNvSpPr txBox="1"/>
          <p:nvPr>
            <p:ph type="title"/>
          </p:nvPr>
        </p:nvSpPr>
        <p:spPr>
          <a:xfrm>
            <a:off x="457200" y="454025"/>
            <a:ext cx="8229600" cy="722313"/>
          </a:xfrm>
          <a:prstGeom prst="rect">
            <a:avLst/>
          </a:prstGeom>
          <a:noFill/>
          <a:ln>
            <a:noFill/>
          </a:ln>
        </p:spPr>
        <p:txBody>
          <a:bodyPr anchorCtr="0" anchor="b" bIns="18275" lIns="91425" spcFirstLastPara="1" rIns="91425" wrap="square" tIns="0">
            <a:normAutofit/>
          </a:bodyPr>
          <a:lstStyle>
            <a:lvl1pPr lvl="0" algn="l">
              <a:spcBef>
                <a:spcPts val="0"/>
              </a:spcBef>
              <a:spcAft>
                <a:spcPts val="0"/>
              </a:spcAft>
              <a:buClr>
                <a:srgbClr val="174A7C"/>
              </a:buClr>
              <a:buSzPts val="2400"/>
              <a:buFont typeface="Calibri"/>
              <a:buNone/>
              <a:defRPr i="0" sz="2400">
                <a:solidFill>
                  <a:srgbClr val="174A7C"/>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 type="body"/>
          </p:nvPr>
        </p:nvSpPr>
        <p:spPr>
          <a:xfrm>
            <a:off x="457200" y="1363092"/>
            <a:ext cx="4040188" cy="228600"/>
          </a:xfrm>
          <a:prstGeom prst="rect">
            <a:avLst/>
          </a:prstGeom>
          <a:solidFill>
            <a:srgbClr val="BDCED9"/>
          </a:solidFill>
          <a:ln>
            <a:noFill/>
          </a:ln>
        </p:spPr>
        <p:txBody>
          <a:bodyPr anchorCtr="0" anchor="ctr" bIns="0" lIns="0" spcFirstLastPara="1" rIns="0" wrap="square" tIns="0">
            <a:noAutofit/>
          </a:bodyPr>
          <a:lstStyle>
            <a:lvl1pPr indent="-228600" lvl="0" marL="457200" algn="ctr">
              <a:spcBef>
                <a:spcPts val="0"/>
              </a:spcBef>
              <a:spcAft>
                <a:spcPts val="0"/>
              </a:spcAft>
              <a:buSzPts val="1050"/>
              <a:buNone/>
              <a:defRPr b="1" sz="1050">
                <a:solidFill>
                  <a:srgbClr val="2E4350"/>
                </a:solidFill>
              </a:defRPr>
            </a:lvl1pPr>
            <a:lvl2pPr indent="-228600" lvl="1" marL="914400" algn="l">
              <a:spcBef>
                <a:spcPts val="600"/>
              </a:spcBef>
              <a:spcAft>
                <a:spcPts val="0"/>
              </a:spcAft>
              <a:buSzPts val="2000"/>
              <a:buNone/>
              <a:defRPr b="1" sz="2000"/>
            </a:lvl2pPr>
            <a:lvl3pPr indent="-228600" lvl="2" marL="1371600" algn="l">
              <a:spcBef>
                <a:spcPts val="400"/>
              </a:spcBef>
              <a:spcAft>
                <a:spcPts val="0"/>
              </a:spcAft>
              <a:buSzPts val="1800"/>
              <a:buNone/>
              <a:defRPr b="1" sz="1800"/>
            </a:lvl3pPr>
            <a:lvl4pPr indent="-228600" lvl="3" marL="1828800" algn="l">
              <a:spcBef>
                <a:spcPts val="400"/>
              </a:spcBef>
              <a:spcAft>
                <a:spcPts val="0"/>
              </a:spcAft>
              <a:buSzPts val="1280"/>
              <a:buNone/>
              <a:defRPr b="1" sz="1600"/>
            </a:lvl4pPr>
            <a:lvl5pPr indent="-228600" lvl="4" marL="2286000" algn="l">
              <a:spcBef>
                <a:spcPts val="400"/>
              </a:spcBef>
              <a:spcAft>
                <a:spcPts val="0"/>
              </a:spcAft>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8" name="Google Shape;48;p18"/>
          <p:cNvSpPr txBox="1"/>
          <p:nvPr>
            <p:ph idx="2" type="body"/>
          </p:nvPr>
        </p:nvSpPr>
        <p:spPr>
          <a:xfrm>
            <a:off x="457200" y="1595535"/>
            <a:ext cx="4040188" cy="4808440"/>
          </a:xfrm>
          <a:prstGeom prst="rect">
            <a:avLst/>
          </a:prstGeom>
          <a:noFill/>
          <a:ln>
            <a:noFill/>
          </a:ln>
        </p:spPr>
        <p:txBody>
          <a:bodyPr anchorCtr="0" anchor="t" bIns="45700" lIns="91425" spcFirstLastPara="1" rIns="91425" wrap="square" tIns="45700">
            <a:normAutofit/>
          </a:bodyPr>
          <a:lstStyle>
            <a:lvl1pPr indent="-311150" lvl="0" marL="457200" algn="l">
              <a:spcBef>
                <a:spcPts val="0"/>
              </a:spcBef>
              <a:spcAft>
                <a:spcPts val="0"/>
              </a:spcAft>
              <a:buSzPts val="1300"/>
              <a:buChar char="▪"/>
              <a:defRPr sz="1300"/>
            </a:lvl1pPr>
            <a:lvl2pPr indent="-311150" lvl="1" marL="914400" algn="l">
              <a:spcBef>
                <a:spcPts val="600"/>
              </a:spcBef>
              <a:spcAft>
                <a:spcPts val="0"/>
              </a:spcAft>
              <a:buSzPts val="1300"/>
              <a:buChar char="•"/>
              <a:defRPr sz="1300"/>
            </a:lvl2pPr>
            <a:lvl3pPr indent="-311150" lvl="2" marL="1371600" algn="l">
              <a:spcBef>
                <a:spcPts val="400"/>
              </a:spcBef>
              <a:spcAft>
                <a:spcPts val="0"/>
              </a:spcAft>
              <a:buSzPts val="1300"/>
              <a:buChar char="‒"/>
              <a:defRPr sz="1300"/>
            </a:lvl3pPr>
            <a:lvl4pPr indent="-294640" lvl="3" marL="1828800" algn="l">
              <a:spcBef>
                <a:spcPts val="400"/>
              </a:spcBef>
              <a:spcAft>
                <a:spcPts val="0"/>
              </a:spcAft>
              <a:buSzPts val="1040"/>
              <a:buChar char="▪"/>
              <a:defRPr sz="1300"/>
            </a:lvl4pPr>
            <a:lvl5pPr indent="-311150" lvl="4" marL="2286000" algn="l">
              <a:spcBef>
                <a:spcPts val="400"/>
              </a:spcBef>
              <a:spcAft>
                <a:spcPts val="0"/>
              </a:spcAft>
              <a:buSzPts val="1300"/>
              <a:buChar char="»"/>
              <a:defRPr sz="1300"/>
            </a:lvl5pPr>
            <a:lvl6pPr indent="-330200" lvl="5" marL="2743200" algn="l">
              <a:spcBef>
                <a:spcPts val="40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9" name="Google Shape;49;p18"/>
          <p:cNvSpPr txBox="1"/>
          <p:nvPr>
            <p:ph idx="3" type="body"/>
          </p:nvPr>
        </p:nvSpPr>
        <p:spPr>
          <a:xfrm>
            <a:off x="4645025" y="1363092"/>
            <a:ext cx="4041775" cy="228600"/>
          </a:xfrm>
          <a:prstGeom prst="rect">
            <a:avLst/>
          </a:prstGeom>
          <a:solidFill>
            <a:srgbClr val="BDCED9"/>
          </a:solidFill>
          <a:ln>
            <a:noFill/>
          </a:ln>
        </p:spPr>
        <p:txBody>
          <a:bodyPr anchorCtr="0" anchor="ctr" bIns="0" lIns="0" spcFirstLastPara="1" rIns="0" wrap="square" tIns="0">
            <a:noAutofit/>
          </a:bodyPr>
          <a:lstStyle>
            <a:lvl1pPr indent="-228600" lvl="0" marL="457200" algn="ctr">
              <a:spcBef>
                <a:spcPts val="0"/>
              </a:spcBef>
              <a:spcAft>
                <a:spcPts val="0"/>
              </a:spcAft>
              <a:buSzPts val="1050"/>
              <a:buNone/>
              <a:defRPr b="1" sz="1050">
                <a:solidFill>
                  <a:srgbClr val="2E4350"/>
                </a:solidFill>
              </a:defRPr>
            </a:lvl1pPr>
            <a:lvl2pPr indent="-228600" lvl="1" marL="914400" algn="l">
              <a:spcBef>
                <a:spcPts val="600"/>
              </a:spcBef>
              <a:spcAft>
                <a:spcPts val="0"/>
              </a:spcAft>
              <a:buSzPts val="2000"/>
              <a:buNone/>
              <a:defRPr b="1" sz="2000"/>
            </a:lvl2pPr>
            <a:lvl3pPr indent="-228600" lvl="2" marL="1371600" algn="l">
              <a:spcBef>
                <a:spcPts val="400"/>
              </a:spcBef>
              <a:spcAft>
                <a:spcPts val="0"/>
              </a:spcAft>
              <a:buSzPts val="1800"/>
              <a:buNone/>
              <a:defRPr b="1" sz="1800"/>
            </a:lvl3pPr>
            <a:lvl4pPr indent="-228600" lvl="3" marL="1828800" algn="l">
              <a:spcBef>
                <a:spcPts val="400"/>
              </a:spcBef>
              <a:spcAft>
                <a:spcPts val="0"/>
              </a:spcAft>
              <a:buSzPts val="1280"/>
              <a:buNone/>
              <a:defRPr b="1" sz="1600"/>
            </a:lvl4pPr>
            <a:lvl5pPr indent="-228600" lvl="4" marL="2286000" algn="l">
              <a:spcBef>
                <a:spcPts val="400"/>
              </a:spcBef>
              <a:spcAft>
                <a:spcPts val="0"/>
              </a:spcAft>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18"/>
          <p:cNvSpPr txBox="1"/>
          <p:nvPr>
            <p:ph idx="4" type="body"/>
          </p:nvPr>
        </p:nvSpPr>
        <p:spPr>
          <a:xfrm>
            <a:off x="4645025" y="1595535"/>
            <a:ext cx="4041775" cy="4808440"/>
          </a:xfrm>
          <a:prstGeom prst="rect">
            <a:avLst/>
          </a:prstGeom>
          <a:noFill/>
          <a:ln>
            <a:noFill/>
          </a:ln>
        </p:spPr>
        <p:txBody>
          <a:bodyPr anchorCtr="0" anchor="t" bIns="45700" lIns="91425" spcFirstLastPara="1" rIns="91425" wrap="square" tIns="45700">
            <a:normAutofit/>
          </a:bodyPr>
          <a:lstStyle>
            <a:lvl1pPr indent="-311150" lvl="0" marL="457200" algn="l">
              <a:spcBef>
                <a:spcPts val="0"/>
              </a:spcBef>
              <a:spcAft>
                <a:spcPts val="0"/>
              </a:spcAft>
              <a:buSzPts val="1300"/>
              <a:buChar char="▪"/>
              <a:defRPr sz="1300"/>
            </a:lvl1pPr>
            <a:lvl2pPr indent="-311150" lvl="1" marL="914400" algn="l">
              <a:spcBef>
                <a:spcPts val="600"/>
              </a:spcBef>
              <a:spcAft>
                <a:spcPts val="0"/>
              </a:spcAft>
              <a:buSzPts val="1300"/>
              <a:buChar char="•"/>
              <a:defRPr sz="1300"/>
            </a:lvl2pPr>
            <a:lvl3pPr indent="-311150" lvl="2" marL="1371600" algn="l">
              <a:spcBef>
                <a:spcPts val="400"/>
              </a:spcBef>
              <a:spcAft>
                <a:spcPts val="0"/>
              </a:spcAft>
              <a:buSzPts val="1300"/>
              <a:buChar char="‒"/>
              <a:defRPr sz="1300"/>
            </a:lvl3pPr>
            <a:lvl4pPr indent="-294640" lvl="3" marL="1828800" algn="l">
              <a:spcBef>
                <a:spcPts val="400"/>
              </a:spcBef>
              <a:spcAft>
                <a:spcPts val="0"/>
              </a:spcAft>
              <a:buSzPts val="1040"/>
              <a:buChar char="▪"/>
              <a:defRPr sz="1300"/>
            </a:lvl4pPr>
            <a:lvl5pPr indent="-311150" lvl="4" marL="2286000" algn="l">
              <a:spcBef>
                <a:spcPts val="400"/>
              </a:spcBef>
              <a:spcAft>
                <a:spcPts val="0"/>
              </a:spcAft>
              <a:buSzPts val="1300"/>
              <a:buChar char="»"/>
              <a:defRPr sz="1300"/>
            </a:lvl5pPr>
            <a:lvl6pPr indent="-330200" lvl="5" marL="2743200" algn="l">
              <a:spcBef>
                <a:spcPts val="40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oxes">
  <p:cSld name="Four boxes">
    <p:spTree>
      <p:nvGrpSpPr>
        <p:cNvPr id="51" name="Shape 51"/>
        <p:cNvGrpSpPr/>
        <p:nvPr/>
      </p:nvGrpSpPr>
      <p:grpSpPr>
        <a:xfrm>
          <a:off x="0" y="0"/>
          <a:ext cx="0" cy="0"/>
          <a:chOff x="0" y="0"/>
          <a:chExt cx="0" cy="0"/>
        </a:xfrm>
      </p:grpSpPr>
      <p:cxnSp>
        <p:nvCxnSpPr>
          <p:cNvPr id="52" name="Google Shape;52;p19"/>
          <p:cNvCxnSpPr/>
          <p:nvPr/>
        </p:nvCxnSpPr>
        <p:spPr>
          <a:xfrm>
            <a:off x="468313" y="1181100"/>
            <a:ext cx="8207375" cy="0"/>
          </a:xfrm>
          <a:prstGeom prst="straightConnector1">
            <a:avLst/>
          </a:prstGeom>
          <a:noFill/>
          <a:ln cap="flat" cmpd="sng" w="12700">
            <a:solidFill>
              <a:schemeClr val="accent1"/>
            </a:solidFill>
            <a:prstDash val="solid"/>
            <a:round/>
            <a:headEnd len="sm" w="sm" type="none"/>
            <a:tailEnd len="sm" w="sm" type="none"/>
          </a:ln>
        </p:spPr>
      </p:cxnSp>
      <p:sp>
        <p:nvSpPr>
          <p:cNvPr id="53" name="Google Shape;53;p19"/>
          <p:cNvSpPr txBox="1"/>
          <p:nvPr/>
        </p:nvSpPr>
        <p:spPr>
          <a:xfrm>
            <a:off x="7885113" y="6462713"/>
            <a:ext cx="796925" cy="261937"/>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fld id="{00000000-1234-1234-1234-123412341234}" type="slidenum">
              <a:rPr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
        <p:nvSpPr>
          <p:cNvPr id="54" name="Google Shape;54;p19"/>
          <p:cNvSpPr txBox="1"/>
          <p:nvPr>
            <p:ph idx="1" type="body"/>
          </p:nvPr>
        </p:nvSpPr>
        <p:spPr>
          <a:xfrm>
            <a:off x="457200" y="1203989"/>
            <a:ext cx="8219256" cy="337716"/>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SzPts val="1800"/>
              <a:buNone/>
              <a:defRPr sz="1800">
                <a:solidFill>
                  <a:schemeClr val="dk1"/>
                </a:solidFill>
              </a:defRPr>
            </a:lvl1pPr>
            <a:lvl2pPr indent="-228600" lvl="1" marL="914400" algn="l">
              <a:spcBef>
                <a:spcPts val="600"/>
              </a:spcBef>
              <a:spcAft>
                <a:spcPts val="0"/>
              </a:spcAft>
              <a:buSzPts val="1200"/>
              <a:buNone/>
              <a:defRPr sz="1200"/>
            </a:lvl2pPr>
            <a:lvl3pPr indent="-228600" lvl="2" marL="1371600" algn="l">
              <a:spcBef>
                <a:spcPts val="400"/>
              </a:spcBef>
              <a:spcAft>
                <a:spcPts val="0"/>
              </a:spcAft>
              <a:buSzPts val="1000"/>
              <a:buNone/>
              <a:defRPr sz="1000"/>
            </a:lvl3pPr>
            <a:lvl4pPr indent="-228600" lvl="3" marL="1828800" algn="l">
              <a:spcBef>
                <a:spcPts val="400"/>
              </a:spcBef>
              <a:spcAft>
                <a:spcPts val="0"/>
              </a:spcAft>
              <a:buSzPts val="720"/>
              <a:buNone/>
              <a:defRPr sz="900"/>
            </a:lvl4pPr>
            <a:lvl5pPr indent="-228600" lvl="4" marL="2286000" algn="l">
              <a:spcBef>
                <a:spcPts val="400"/>
              </a:spcBef>
              <a:spcAft>
                <a:spcPts val="0"/>
              </a:spcAft>
              <a:buSzPts val="900"/>
              <a:buNone/>
              <a:defRPr sz="900"/>
            </a:lvl5pPr>
            <a:lvl6pPr indent="-228600" lvl="5" marL="2743200" algn="l">
              <a:spcBef>
                <a:spcPts val="40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5" name="Google Shape;55;p19"/>
          <p:cNvSpPr txBox="1"/>
          <p:nvPr>
            <p:ph type="title"/>
          </p:nvPr>
        </p:nvSpPr>
        <p:spPr>
          <a:xfrm>
            <a:off x="457200" y="454025"/>
            <a:ext cx="8229600" cy="721631"/>
          </a:xfrm>
          <a:prstGeom prst="rect">
            <a:avLst/>
          </a:prstGeom>
          <a:noFill/>
          <a:ln>
            <a:noFill/>
          </a:ln>
        </p:spPr>
        <p:txBody>
          <a:bodyPr anchorCtr="0" anchor="b" bIns="18275" lIns="91425" spcFirstLastPara="1" rIns="91425"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9"/>
          <p:cNvSpPr txBox="1"/>
          <p:nvPr>
            <p:ph idx="2" type="body"/>
          </p:nvPr>
        </p:nvSpPr>
        <p:spPr>
          <a:xfrm>
            <a:off x="457200" y="1717864"/>
            <a:ext cx="4040188" cy="228600"/>
          </a:xfrm>
          <a:prstGeom prst="rect">
            <a:avLst/>
          </a:prstGeom>
          <a:solidFill>
            <a:srgbClr val="BDCED9"/>
          </a:solidFill>
          <a:ln>
            <a:noFill/>
          </a:ln>
        </p:spPr>
        <p:txBody>
          <a:bodyPr anchorCtr="0" anchor="ctr" bIns="0" lIns="0" spcFirstLastPara="1" rIns="0" wrap="square" tIns="0">
            <a:noAutofit/>
          </a:bodyPr>
          <a:lstStyle>
            <a:lvl1pPr indent="-228600" lvl="0" marL="457200" algn="ctr">
              <a:spcBef>
                <a:spcPts val="0"/>
              </a:spcBef>
              <a:spcAft>
                <a:spcPts val="0"/>
              </a:spcAft>
              <a:buSzPts val="1050"/>
              <a:buNone/>
              <a:defRPr b="1" sz="1050">
                <a:solidFill>
                  <a:srgbClr val="2E4350"/>
                </a:solidFill>
                <a:latin typeface="Calibri"/>
                <a:ea typeface="Calibri"/>
                <a:cs typeface="Calibri"/>
                <a:sym typeface="Calibri"/>
              </a:defRPr>
            </a:lvl1pPr>
            <a:lvl2pPr indent="-228600" lvl="1" marL="914400" algn="l">
              <a:spcBef>
                <a:spcPts val="600"/>
              </a:spcBef>
              <a:spcAft>
                <a:spcPts val="0"/>
              </a:spcAft>
              <a:buSzPts val="2000"/>
              <a:buNone/>
              <a:defRPr b="1" sz="2000"/>
            </a:lvl2pPr>
            <a:lvl3pPr indent="-228600" lvl="2" marL="1371600" algn="l">
              <a:spcBef>
                <a:spcPts val="400"/>
              </a:spcBef>
              <a:spcAft>
                <a:spcPts val="0"/>
              </a:spcAft>
              <a:buSzPts val="1800"/>
              <a:buNone/>
              <a:defRPr b="1" sz="1800"/>
            </a:lvl3pPr>
            <a:lvl4pPr indent="-228600" lvl="3" marL="1828800" algn="l">
              <a:spcBef>
                <a:spcPts val="400"/>
              </a:spcBef>
              <a:spcAft>
                <a:spcPts val="0"/>
              </a:spcAft>
              <a:buSzPts val="1280"/>
              <a:buNone/>
              <a:defRPr b="1" sz="1600"/>
            </a:lvl4pPr>
            <a:lvl5pPr indent="-228600" lvl="4" marL="2286000" algn="l">
              <a:spcBef>
                <a:spcPts val="400"/>
              </a:spcBef>
              <a:spcAft>
                <a:spcPts val="0"/>
              </a:spcAft>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7" name="Google Shape;57;p19"/>
          <p:cNvSpPr txBox="1"/>
          <p:nvPr>
            <p:ph idx="3" type="body"/>
          </p:nvPr>
        </p:nvSpPr>
        <p:spPr>
          <a:xfrm>
            <a:off x="457200" y="1950315"/>
            <a:ext cx="4040188" cy="2048928"/>
          </a:xfrm>
          <a:prstGeom prst="rect">
            <a:avLst/>
          </a:prstGeom>
          <a:noFill/>
          <a:ln>
            <a:noFill/>
          </a:ln>
        </p:spPr>
        <p:txBody>
          <a:bodyPr anchorCtr="0" anchor="t" bIns="45700" lIns="91425" spcFirstLastPara="1" rIns="91425" wrap="square" tIns="45700">
            <a:normAutofit/>
          </a:bodyPr>
          <a:lstStyle>
            <a:lvl1pPr indent="-311150" lvl="0" marL="457200" algn="l">
              <a:spcBef>
                <a:spcPts val="0"/>
              </a:spcBef>
              <a:spcAft>
                <a:spcPts val="0"/>
              </a:spcAft>
              <a:buSzPts val="1300"/>
              <a:buChar char="▪"/>
              <a:defRPr sz="1300"/>
            </a:lvl1pPr>
            <a:lvl2pPr indent="-311150" lvl="1" marL="914400" algn="l">
              <a:spcBef>
                <a:spcPts val="600"/>
              </a:spcBef>
              <a:spcAft>
                <a:spcPts val="0"/>
              </a:spcAft>
              <a:buSzPts val="1300"/>
              <a:buChar char="•"/>
              <a:defRPr sz="1300"/>
            </a:lvl2pPr>
            <a:lvl3pPr indent="-311150" lvl="2" marL="1371600" algn="l">
              <a:spcBef>
                <a:spcPts val="400"/>
              </a:spcBef>
              <a:spcAft>
                <a:spcPts val="0"/>
              </a:spcAft>
              <a:buSzPts val="1300"/>
              <a:buChar char="‒"/>
              <a:defRPr sz="1300"/>
            </a:lvl3pPr>
            <a:lvl4pPr indent="-294640" lvl="3" marL="1828800" algn="l">
              <a:spcBef>
                <a:spcPts val="400"/>
              </a:spcBef>
              <a:spcAft>
                <a:spcPts val="0"/>
              </a:spcAft>
              <a:buSzPts val="1040"/>
              <a:buChar char="▪"/>
              <a:defRPr sz="1300"/>
            </a:lvl4pPr>
            <a:lvl5pPr indent="-311150" lvl="4" marL="2286000" algn="l">
              <a:spcBef>
                <a:spcPts val="400"/>
              </a:spcBef>
              <a:spcAft>
                <a:spcPts val="0"/>
              </a:spcAft>
              <a:buSzPts val="1300"/>
              <a:buChar char="»"/>
              <a:defRPr sz="1300"/>
            </a:lvl5pPr>
            <a:lvl6pPr indent="-330200" lvl="5" marL="2743200" algn="l">
              <a:spcBef>
                <a:spcPts val="40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8" name="Google Shape;58;p19"/>
          <p:cNvSpPr txBox="1"/>
          <p:nvPr>
            <p:ph idx="4" type="body"/>
          </p:nvPr>
        </p:nvSpPr>
        <p:spPr>
          <a:xfrm>
            <a:off x="4645025" y="1717864"/>
            <a:ext cx="4041775" cy="228600"/>
          </a:xfrm>
          <a:prstGeom prst="rect">
            <a:avLst/>
          </a:prstGeom>
          <a:solidFill>
            <a:srgbClr val="BDCED9"/>
          </a:solidFill>
          <a:ln>
            <a:noFill/>
          </a:ln>
        </p:spPr>
        <p:txBody>
          <a:bodyPr anchorCtr="0" anchor="ctr" bIns="0" lIns="0" spcFirstLastPara="1" rIns="0" wrap="square" tIns="0">
            <a:noAutofit/>
          </a:bodyPr>
          <a:lstStyle>
            <a:lvl1pPr indent="-228600" lvl="0" marL="457200" algn="ctr">
              <a:spcBef>
                <a:spcPts val="0"/>
              </a:spcBef>
              <a:spcAft>
                <a:spcPts val="0"/>
              </a:spcAft>
              <a:buSzPts val="1050"/>
              <a:buNone/>
              <a:defRPr b="1" sz="1050">
                <a:solidFill>
                  <a:srgbClr val="2E4350"/>
                </a:solidFill>
                <a:latin typeface="Calibri"/>
                <a:ea typeface="Calibri"/>
                <a:cs typeface="Calibri"/>
                <a:sym typeface="Calibri"/>
              </a:defRPr>
            </a:lvl1pPr>
            <a:lvl2pPr indent="-228600" lvl="1" marL="914400" algn="l">
              <a:spcBef>
                <a:spcPts val="600"/>
              </a:spcBef>
              <a:spcAft>
                <a:spcPts val="0"/>
              </a:spcAft>
              <a:buSzPts val="2000"/>
              <a:buNone/>
              <a:defRPr b="1" sz="2000"/>
            </a:lvl2pPr>
            <a:lvl3pPr indent="-228600" lvl="2" marL="1371600" algn="l">
              <a:spcBef>
                <a:spcPts val="400"/>
              </a:spcBef>
              <a:spcAft>
                <a:spcPts val="0"/>
              </a:spcAft>
              <a:buSzPts val="1800"/>
              <a:buNone/>
              <a:defRPr b="1" sz="1800"/>
            </a:lvl3pPr>
            <a:lvl4pPr indent="-228600" lvl="3" marL="1828800" algn="l">
              <a:spcBef>
                <a:spcPts val="400"/>
              </a:spcBef>
              <a:spcAft>
                <a:spcPts val="0"/>
              </a:spcAft>
              <a:buSzPts val="1280"/>
              <a:buNone/>
              <a:defRPr b="1" sz="1600"/>
            </a:lvl4pPr>
            <a:lvl5pPr indent="-228600" lvl="4" marL="2286000" algn="l">
              <a:spcBef>
                <a:spcPts val="400"/>
              </a:spcBef>
              <a:spcAft>
                <a:spcPts val="0"/>
              </a:spcAft>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9" name="Google Shape;59;p19"/>
          <p:cNvSpPr txBox="1"/>
          <p:nvPr>
            <p:ph idx="5" type="body"/>
          </p:nvPr>
        </p:nvSpPr>
        <p:spPr>
          <a:xfrm>
            <a:off x="4645025" y="1950315"/>
            <a:ext cx="4041775" cy="2048928"/>
          </a:xfrm>
          <a:prstGeom prst="rect">
            <a:avLst/>
          </a:prstGeom>
          <a:noFill/>
          <a:ln>
            <a:noFill/>
          </a:ln>
        </p:spPr>
        <p:txBody>
          <a:bodyPr anchorCtr="0" anchor="t" bIns="45700" lIns="91425" spcFirstLastPara="1" rIns="91425" wrap="square" tIns="45700">
            <a:normAutofit/>
          </a:bodyPr>
          <a:lstStyle>
            <a:lvl1pPr indent="-311150" lvl="0" marL="457200" algn="l">
              <a:spcBef>
                <a:spcPts val="0"/>
              </a:spcBef>
              <a:spcAft>
                <a:spcPts val="0"/>
              </a:spcAft>
              <a:buSzPts val="1300"/>
              <a:buChar char="▪"/>
              <a:defRPr sz="1300"/>
            </a:lvl1pPr>
            <a:lvl2pPr indent="-311150" lvl="1" marL="914400" algn="l">
              <a:spcBef>
                <a:spcPts val="600"/>
              </a:spcBef>
              <a:spcAft>
                <a:spcPts val="0"/>
              </a:spcAft>
              <a:buSzPts val="1300"/>
              <a:buChar char="•"/>
              <a:defRPr sz="1300"/>
            </a:lvl2pPr>
            <a:lvl3pPr indent="-311150" lvl="2" marL="1371600" algn="l">
              <a:spcBef>
                <a:spcPts val="400"/>
              </a:spcBef>
              <a:spcAft>
                <a:spcPts val="0"/>
              </a:spcAft>
              <a:buSzPts val="1300"/>
              <a:buChar char="‒"/>
              <a:defRPr sz="1300"/>
            </a:lvl3pPr>
            <a:lvl4pPr indent="-294640" lvl="3" marL="1828800" algn="l">
              <a:spcBef>
                <a:spcPts val="400"/>
              </a:spcBef>
              <a:spcAft>
                <a:spcPts val="0"/>
              </a:spcAft>
              <a:buSzPts val="1040"/>
              <a:buChar char="▪"/>
              <a:defRPr sz="1300"/>
            </a:lvl4pPr>
            <a:lvl5pPr indent="-311150" lvl="4" marL="2286000" algn="l">
              <a:spcBef>
                <a:spcPts val="400"/>
              </a:spcBef>
              <a:spcAft>
                <a:spcPts val="0"/>
              </a:spcAft>
              <a:buSzPts val="1300"/>
              <a:buChar char="»"/>
              <a:defRPr sz="1300"/>
            </a:lvl5pPr>
            <a:lvl6pPr indent="-330200" lvl="5" marL="2743200" algn="l">
              <a:spcBef>
                <a:spcPts val="40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0" name="Google Shape;60;p19"/>
          <p:cNvSpPr txBox="1"/>
          <p:nvPr>
            <p:ph idx="6" type="body"/>
          </p:nvPr>
        </p:nvSpPr>
        <p:spPr>
          <a:xfrm>
            <a:off x="457200" y="4112548"/>
            <a:ext cx="4040188" cy="228600"/>
          </a:xfrm>
          <a:prstGeom prst="rect">
            <a:avLst/>
          </a:prstGeom>
          <a:solidFill>
            <a:srgbClr val="BDCED9"/>
          </a:solidFill>
          <a:ln>
            <a:noFill/>
          </a:ln>
        </p:spPr>
        <p:txBody>
          <a:bodyPr anchorCtr="0" anchor="ctr" bIns="0" lIns="0" spcFirstLastPara="1" rIns="0" wrap="square" tIns="0">
            <a:noAutofit/>
          </a:bodyPr>
          <a:lstStyle>
            <a:lvl1pPr indent="-228600" lvl="0" marL="457200" algn="ctr">
              <a:spcBef>
                <a:spcPts val="0"/>
              </a:spcBef>
              <a:spcAft>
                <a:spcPts val="0"/>
              </a:spcAft>
              <a:buSzPts val="1050"/>
              <a:buNone/>
              <a:defRPr b="1" sz="1050">
                <a:solidFill>
                  <a:srgbClr val="2E4350"/>
                </a:solidFill>
                <a:latin typeface="Calibri"/>
                <a:ea typeface="Calibri"/>
                <a:cs typeface="Calibri"/>
                <a:sym typeface="Calibri"/>
              </a:defRPr>
            </a:lvl1pPr>
            <a:lvl2pPr indent="-228600" lvl="1" marL="914400" algn="l">
              <a:spcBef>
                <a:spcPts val="600"/>
              </a:spcBef>
              <a:spcAft>
                <a:spcPts val="0"/>
              </a:spcAft>
              <a:buSzPts val="2000"/>
              <a:buNone/>
              <a:defRPr b="1" sz="2000"/>
            </a:lvl2pPr>
            <a:lvl3pPr indent="-228600" lvl="2" marL="1371600" algn="l">
              <a:spcBef>
                <a:spcPts val="400"/>
              </a:spcBef>
              <a:spcAft>
                <a:spcPts val="0"/>
              </a:spcAft>
              <a:buSzPts val="1800"/>
              <a:buNone/>
              <a:defRPr b="1" sz="1800"/>
            </a:lvl3pPr>
            <a:lvl4pPr indent="-228600" lvl="3" marL="1828800" algn="l">
              <a:spcBef>
                <a:spcPts val="400"/>
              </a:spcBef>
              <a:spcAft>
                <a:spcPts val="0"/>
              </a:spcAft>
              <a:buSzPts val="1280"/>
              <a:buNone/>
              <a:defRPr b="1" sz="1600"/>
            </a:lvl4pPr>
            <a:lvl5pPr indent="-228600" lvl="4" marL="2286000" algn="l">
              <a:spcBef>
                <a:spcPts val="400"/>
              </a:spcBef>
              <a:spcAft>
                <a:spcPts val="0"/>
              </a:spcAft>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1" name="Google Shape;61;p19"/>
          <p:cNvSpPr txBox="1"/>
          <p:nvPr>
            <p:ph idx="7" type="body"/>
          </p:nvPr>
        </p:nvSpPr>
        <p:spPr>
          <a:xfrm>
            <a:off x="457200" y="4344999"/>
            <a:ext cx="4040188" cy="2048928"/>
          </a:xfrm>
          <a:prstGeom prst="rect">
            <a:avLst/>
          </a:prstGeom>
          <a:noFill/>
          <a:ln>
            <a:noFill/>
          </a:ln>
        </p:spPr>
        <p:txBody>
          <a:bodyPr anchorCtr="0" anchor="t" bIns="45700" lIns="91425" spcFirstLastPara="1" rIns="91425" wrap="square" tIns="45700">
            <a:normAutofit/>
          </a:bodyPr>
          <a:lstStyle>
            <a:lvl1pPr indent="-311150" lvl="0" marL="457200" algn="l">
              <a:spcBef>
                <a:spcPts val="0"/>
              </a:spcBef>
              <a:spcAft>
                <a:spcPts val="0"/>
              </a:spcAft>
              <a:buSzPts val="1300"/>
              <a:buChar char="▪"/>
              <a:defRPr sz="1300"/>
            </a:lvl1pPr>
            <a:lvl2pPr indent="-311150" lvl="1" marL="914400" algn="l">
              <a:spcBef>
                <a:spcPts val="600"/>
              </a:spcBef>
              <a:spcAft>
                <a:spcPts val="0"/>
              </a:spcAft>
              <a:buSzPts val="1300"/>
              <a:buChar char="•"/>
              <a:defRPr sz="1300"/>
            </a:lvl2pPr>
            <a:lvl3pPr indent="-311150" lvl="2" marL="1371600" algn="l">
              <a:spcBef>
                <a:spcPts val="400"/>
              </a:spcBef>
              <a:spcAft>
                <a:spcPts val="0"/>
              </a:spcAft>
              <a:buSzPts val="1300"/>
              <a:buChar char="‒"/>
              <a:defRPr sz="1300"/>
            </a:lvl3pPr>
            <a:lvl4pPr indent="-294640" lvl="3" marL="1828800" algn="l">
              <a:spcBef>
                <a:spcPts val="400"/>
              </a:spcBef>
              <a:spcAft>
                <a:spcPts val="0"/>
              </a:spcAft>
              <a:buSzPts val="1040"/>
              <a:buChar char="▪"/>
              <a:defRPr sz="1300"/>
            </a:lvl4pPr>
            <a:lvl5pPr indent="-311150" lvl="4" marL="2286000" algn="l">
              <a:spcBef>
                <a:spcPts val="400"/>
              </a:spcBef>
              <a:spcAft>
                <a:spcPts val="0"/>
              </a:spcAft>
              <a:buSzPts val="1300"/>
              <a:buChar char="»"/>
              <a:defRPr sz="1300"/>
            </a:lvl5pPr>
            <a:lvl6pPr indent="-330200" lvl="5" marL="2743200" algn="l">
              <a:spcBef>
                <a:spcPts val="40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2" name="Google Shape;62;p19"/>
          <p:cNvSpPr txBox="1"/>
          <p:nvPr>
            <p:ph idx="8" type="body"/>
          </p:nvPr>
        </p:nvSpPr>
        <p:spPr>
          <a:xfrm>
            <a:off x="4645025" y="4112548"/>
            <a:ext cx="4041775" cy="228600"/>
          </a:xfrm>
          <a:prstGeom prst="rect">
            <a:avLst/>
          </a:prstGeom>
          <a:solidFill>
            <a:srgbClr val="BDCED9"/>
          </a:solidFill>
          <a:ln>
            <a:noFill/>
          </a:ln>
        </p:spPr>
        <p:txBody>
          <a:bodyPr anchorCtr="0" anchor="ctr" bIns="0" lIns="0" spcFirstLastPara="1" rIns="0" wrap="square" tIns="0">
            <a:noAutofit/>
          </a:bodyPr>
          <a:lstStyle>
            <a:lvl1pPr indent="-228600" lvl="0" marL="457200" algn="ctr">
              <a:spcBef>
                <a:spcPts val="0"/>
              </a:spcBef>
              <a:spcAft>
                <a:spcPts val="0"/>
              </a:spcAft>
              <a:buSzPts val="1050"/>
              <a:buNone/>
              <a:defRPr b="1" sz="1050">
                <a:solidFill>
                  <a:srgbClr val="2E4350"/>
                </a:solidFill>
                <a:latin typeface="Calibri"/>
                <a:ea typeface="Calibri"/>
                <a:cs typeface="Calibri"/>
                <a:sym typeface="Calibri"/>
              </a:defRPr>
            </a:lvl1pPr>
            <a:lvl2pPr indent="-228600" lvl="1" marL="914400" algn="l">
              <a:spcBef>
                <a:spcPts val="600"/>
              </a:spcBef>
              <a:spcAft>
                <a:spcPts val="0"/>
              </a:spcAft>
              <a:buSzPts val="2000"/>
              <a:buNone/>
              <a:defRPr b="1" sz="2000"/>
            </a:lvl2pPr>
            <a:lvl3pPr indent="-228600" lvl="2" marL="1371600" algn="l">
              <a:spcBef>
                <a:spcPts val="400"/>
              </a:spcBef>
              <a:spcAft>
                <a:spcPts val="0"/>
              </a:spcAft>
              <a:buSzPts val="1800"/>
              <a:buNone/>
              <a:defRPr b="1" sz="1800"/>
            </a:lvl3pPr>
            <a:lvl4pPr indent="-228600" lvl="3" marL="1828800" algn="l">
              <a:spcBef>
                <a:spcPts val="400"/>
              </a:spcBef>
              <a:spcAft>
                <a:spcPts val="0"/>
              </a:spcAft>
              <a:buSzPts val="1280"/>
              <a:buNone/>
              <a:defRPr b="1" sz="1600"/>
            </a:lvl4pPr>
            <a:lvl5pPr indent="-228600" lvl="4" marL="2286000" algn="l">
              <a:spcBef>
                <a:spcPts val="400"/>
              </a:spcBef>
              <a:spcAft>
                <a:spcPts val="0"/>
              </a:spcAft>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3" name="Google Shape;63;p19"/>
          <p:cNvSpPr txBox="1"/>
          <p:nvPr>
            <p:ph idx="9" type="body"/>
          </p:nvPr>
        </p:nvSpPr>
        <p:spPr>
          <a:xfrm>
            <a:off x="4645025" y="4344999"/>
            <a:ext cx="4041775" cy="2048928"/>
          </a:xfrm>
          <a:prstGeom prst="rect">
            <a:avLst/>
          </a:prstGeom>
          <a:noFill/>
          <a:ln>
            <a:noFill/>
          </a:ln>
        </p:spPr>
        <p:txBody>
          <a:bodyPr anchorCtr="0" anchor="t" bIns="45700" lIns="91425" spcFirstLastPara="1" rIns="91425" wrap="square" tIns="45700">
            <a:normAutofit/>
          </a:bodyPr>
          <a:lstStyle>
            <a:lvl1pPr indent="-311150" lvl="0" marL="457200" algn="l">
              <a:spcBef>
                <a:spcPts val="0"/>
              </a:spcBef>
              <a:spcAft>
                <a:spcPts val="0"/>
              </a:spcAft>
              <a:buSzPts val="1300"/>
              <a:buChar char="▪"/>
              <a:defRPr sz="1300"/>
            </a:lvl1pPr>
            <a:lvl2pPr indent="-311150" lvl="1" marL="914400" algn="l">
              <a:spcBef>
                <a:spcPts val="600"/>
              </a:spcBef>
              <a:spcAft>
                <a:spcPts val="0"/>
              </a:spcAft>
              <a:buSzPts val="1300"/>
              <a:buChar char="•"/>
              <a:defRPr sz="1300"/>
            </a:lvl2pPr>
            <a:lvl3pPr indent="-311150" lvl="2" marL="1371600" algn="l">
              <a:spcBef>
                <a:spcPts val="400"/>
              </a:spcBef>
              <a:spcAft>
                <a:spcPts val="0"/>
              </a:spcAft>
              <a:buSzPts val="1300"/>
              <a:buChar char="‒"/>
              <a:defRPr sz="1300"/>
            </a:lvl3pPr>
            <a:lvl4pPr indent="-294640" lvl="3" marL="1828800" algn="l">
              <a:spcBef>
                <a:spcPts val="400"/>
              </a:spcBef>
              <a:spcAft>
                <a:spcPts val="0"/>
              </a:spcAft>
              <a:buSzPts val="1040"/>
              <a:buChar char="▪"/>
              <a:defRPr sz="1300"/>
            </a:lvl4pPr>
            <a:lvl5pPr indent="-311150" lvl="4" marL="2286000" algn="l">
              <a:spcBef>
                <a:spcPts val="400"/>
              </a:spcBef>
              <a:spcAft>
                <a:spcPts val="0"/>
              </a:spcAft>
              <a:buSzPts val="1300"/>
              <a:buChar char="»"/>
              <a:defRPr sz="1300"/>
            </a:lvl5pPr>
            <a:lvl6pPr indent="-330200" lvl="5" marL="2743200" algn="l">
              <a:spcBef>
                <a:spcPts val="40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oxes - No Subtitle">
  <p:cSld name="Four boxes - No Subtitle">
    <p:spTree>
      <p:nvGrpSpPr>
        <p:cNvPr id="64" name="Shape 64"/>
        <p:cNvGrpSpPr/>
        <p:nvPr/>
      </p:nvGrpSpPr>
      <p:grpSpPr>
        <a:xfrm>
          <a:off x="0" y="0"/>
          <a:ext cx="0" cy="0"/>
          <a:chOff x="0" y="0"/>
          <a:chExt cx="0" cy="0"/>
        </a:xfrm>
      </p:grpSpPr>
      <p:cxnSp>
        <p:nvCxnSpPr>
          <p:cNvPr id="65" name="Google Shape;65;p20"/>
          <p:cNvCxnSpPr/>
          <p:nvPr/>
        </p:nvCxnSpPr>
        <p:spPr>
          <a:xfrm>
            <a:off x="468313" y="1181100"/>
            <a:ext cx="8207375" cy="0"/>
          </a:xfrm>
          <a:prstGeom prst="straightConnector1">
            <a:avLst/>
          </a:prstGeom>
          <a:noFill/>
          <a:ln cap="flat" cmpd="sng" w="12700">
            <a:solidFill>
              <a:schemeClr val="accent1"/>
            </a:solidFill>
            <a:prstDash val="solid"/>
            <a:round/>
            <a:headEnd len="sm" w="sm" type="none"/>
            <a:tailEnd len="sm" w="sm" type="none"/>
          </a:ln>
        </p:spPr>
      </p:cxnSp>
      <p:pic>
        <p:nvPicPr>
          <p:cNvPr descr="Autonomy Logo.jpg" id="66" name="Google Shape;66;p20"/>
          <p:cNvPicPr preferRelativeResize="0"/>
          <p:nvPr/>
        </p:nvPicPr>
        <p:blipFill rotWithShape="1">
          <a:blip r:embed="rId2">
            <a:alphaModFix/>
          </a:blip>
          <a:srcRect b="0" l="0" r="0" t="0"/>
          <a:stretch/>
        </p:blipFill>
        <p:spPr>
          <a:xfrm>
            <a:off x="7048500" y="227013"/>
            <a:ext cx="1633538" cy="423863"/>
          </a:xfrm>
          <a:prstGeom prst="rect">
            <a:avLst/>
          </a:prstGeom>
          <a:noFill/>
          <a:ln>
            <a:noFill/>
          </a:ln>
        </p:spPr>
      </p:pic>
      <p:sp>
        <p:nvSpPr>
          <p:cNvPr id="67" name="Google Shape;67;p20"/>
          <p:cNvSpPr txBox="1"/>
          <p:nvPr/>
        </p:nvSpPr>
        <p:spPr>
          <a:xfrm>
            <a:off x="7885113" y="6462713"/>
            <a:ext cx="796925" cy="261937"/>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fld id="{00000000-1234-1234-1234-123412341234}" type="slidenum">
              <a:rPr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
        <p:nvSpPr>
          <p:cNvPr id="68" name="Google Shape;68;p20"/>
          <p:cNvSpPr txBox="1"/>
          <p:nvPr>
            <p:ph type="title"/>
          </p:nvPr>
        </p:nvSpPr>
        <p:spPr>
          <a:xfrm>
            <a:off x="457200" y="454025"/>
            <a:ext cx="8229600" cy="721631"/>
          </a:xfrm>
          <a:prstGeom prst="rect">
            <a:avLst/>
          </a:prstGeom>
          <a:noFill/>
          <a:ln>
            <a:noFill/>
          </a:ln>
        </p:spPr>
        <p:txBody>
          <a:bodyPr anchorCtr="0" anchor="b" bIns="18275" lIns="91425" spcFirstLastPara="1" rIns="91425"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0"/>
          <p:cNvSpPr txBox="1"/>
          <p:nvPr>
            <p:ph idx="1" type="body"/>
          </p:nvPr>
        </p:nvSpPr>
        <p:spPr>
          <a:xfrm>
            <a:off x="457200" y="1344624"/>
            <a:ext cx="4040188" cy="228600"/>
          </a:xfrm>
          <a:prstGeom prst="rect">
            <a:avLst/>
          </a:prstGeom>
          <a:solidFill>
            <a:srgbClr val="BDCED9"/>
          </a:solidFill>
          <a:ln>
            <a:noFill/>
          </a:ln>
        </p:spPr>
        <p:txBody>
          <a:bodyPr anchorCtr="0" anchor="ctr" bIns="0" lIns="0" spcFirstLastPara="1" rIns="0" wrap="square" tIns="0">
            <a:noAutofit/>
          </a:bodyPr>
          <a:lstStyle>
            <a:lvl1pPr indent="-228600" lvl="0" marL="457200" algn="ctr">
              <a:spcBef>
                <a:spcPts val="0"/>
              </a:spcBef>
              <a:spcAft>
                <a:spcPts val="0"/>
              </a:spcAft>
              <a:buSzPts val="1050"/>
              <a:buNone/>
              <a:defRPr b="1" sz="1050">
                <a:solidFill>
                  <a:srgbClr val="2E4350"/>
                </a:solidFill>
                <a:latin typeface="Calibri"/>
                <a:ea typeface="Calibri"/>
                <a:cs typeface="Calibri"/>
                <a:sym typeface="Calibri"/>
              </a:defRPr>
            </a:lvl1pPr>
            <a:lvl2pPr indent="-228600" lvl="1" marL="914400" algn="l">
              <a:spcBef>
                <a:spcPts val="600"/>
              </a:spcBef>
              <a:spcAft>
                <a:spcPts val="0"/>
              </a:spcAft>
              <a:buSzPts val="2000"/>
              <a:buNone/>
              <a:defRPr b="1" sz="2000"/>
            </a:lvl2pPr>
            <a:lvl3pPr indent="-228600" lvl="2" marL="1371600" algn="l">
              <a:spcBef>
                <a:spcPts val="400"/>
              </a:spcBef>
              <a:spcAft>
                <a:spcPts val="0"/>
              </a:spcAft>
              <a:buSzPts val="1800"/>
              <a:buNone/>
              <a:defRPr b="1" sz="1800"/>
            </a:lvl3pPr>
            <a:lvl4pPr indent="-228600" lvl="3" marL="1828800" algn="l">
              <a:spcBef>
                <a:spcPts val="400"/>
              </a:spcBef>
              <a:spcAft>
                <a:spcPts val="0"/>
              </a:spcAft>
              <a:buSzPts val="1280"/>
              <a:buNone/>
              <a:defRPr b="1" sz="1600"/>
            </a:lvl4pPr>
            <a:lvl5pPr indent="-228600" lvl="4" marL="2286000" algn="l">
              <a:spcBef>
                <a:spcPts val="400"/>
              </a:spcBef>
              <a:spcAft>
                <a:spcPts val="0"/>
              </a:spcAft>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70" name="Google Shape;70;p20"/>
          <p:cNvSpPr txBox="1"/>
          <p:nvPr>
            <p:ph idx="2" type="body"/>
          </p:nvPr>
        </p:nvSpPr>
        <p:spPr>
          <a:xfrm>
            <a:off x="457200" y="1581703"/>
            <a:ext cx="4040188" cy="2202927"/>
          </a:xfrm>
          <a:prstGeom prst="rect">
            <a:avLst/>
          </a:prstGeom>
          <a:noFill/>
          <a:ln>
            <a:noFill/>
          </a:ln>
        </p:spPr>
        <p:txBody>
          <a:bodyPr anchorCtr="0" anchor="t" bIns="45700" lIns="91425" spcFirstLastPara="1" rIns="91425" wrap="square" tIns="45700">
            <a:normAutofit/>
          </a:bodyPr>
          <a:lstStyle>
            <a:lvl1pPr indent="-311150" lvl="0" marL="457200" algn="l">
              <a:spcBef>
                <a:spcPts val="0"/>
              </a:spcBef>
              <a:spcAft>
                <a:spcPts val="0"/>
              </a:spcAft>
              <a:buSzPts val="1300"/>
              <a:buChar char="▪"/>
              <a:defRPr sz="1300"/>
            </a:lvl1pPr>
            <a:lvl2pPr indent="-311150" lvl="1" marL="914400" algn="l">
              <a:spcBef>
                <a:spcPts val="600"/>
              </a:spcBef>
              <a:spcAft>
                <a:spcPts val="0"/>
              </a:spcAft>
              <a:buSzPts val="1300"/>
              <a:buChar char="•"/>
              <a:defRPr sz="1300"/>
            </a:lvl2pPr>
            <a:lvl3pPr indent="-311150" lvl="2" marL="1371600" algn="l">
              <a:spcBef>
                <a:spcPts val="400"/>
              </a:spcBef>
              <a:spcAft>
                <a:spcPts val="0"/>
              </a:spcAft>
              <a:buSzPts val="1300"/>
              <a:buChar char="‒"/>
              <a:defRPr sz="1300"/>
            </a:lvl3pPr>
            <a:lvl4pPr indent="-294640" lvl="3" marL="1828800" algn="l">
              <a:spcBef>
                <a:spcPts val="400"/>
              </a:spcBef>
              <a:spcAft>
                <a:spcPts val="0"/>
              </a:spcAft>
              <a:buSzPts val="1040"/>
              <a:buChar char="▪"/>
              <a:defRPr sz="1300"/>
            </a:lvl4pPr>
            <a:lvl5pPr indent="-311150" lvl="4" marL="2286000" algn="l">
              <a:spcBef>
                <a:spcPts val="400"/>
              </a:spcBef>
              <a:spcAft>
                <a:spcPts val="0"/>
              </a:spcAft>
              <a:buSzPts val="1300"/>
              <a:buChar char="»"/>
              <a:defRPr sz="1300"/>
            </a:lvl5pPr>
            <a:lvl6pPr indent="-330200" lvl="5" marL="2743200" algn="l">
              <a:spcBef>
                <a:spcPts val="40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71" name="Google Shape;71;p20"/>
          <p:cNvSpPr txBox="1"/>
          <p:nvPr>
            <p:ph idx="3" type="body"/>
          </p:nvPr>
        </p:nvSpPr>
        <p:spPr>
          <a:xfrm>
            <a:off x="4645025" y="1344624"/>
            <a:ext cx="4041775" cy="228600"/>
          </a:xfrm>
          <a:prstGeom prst="rect">
            <a:avLst/>
          </a:prstGeom>
          <a:solidFill>
            <a:srgbClr val="BDCED9"/>
          </a:solidFill>
          <a:ln>
            <a:noFill/>
          </a:ln>
        </p:spPr>
        <p:txBody>
          <a:bodyPr anchorCtr="0" anchor="ctr" bIns="0" lIns="0" spcFirstLastPara="1" rIns="0" wrap="square" tIns="0">
            <a:noAutofit/>
          </a:bodyPr>
          <a:lstStyle>
            <a:lvl1pPr indent="-228600" lvl="0" marL="457200" algn="ctr">
              <a:spcBef>
                <a:spcPts val="0"/>
              </a:spcBef>
              <a:spcAft>
                <a:spcPts val="0"/>
              </a:spcAft>
              <a:buSzPts val="1050"/>
              <a:buNone/>
              <a:defRPr b="1" sz="1050">
                <a:solidFill>
                  <a:srgbClr val="2E4350"/>
                </a:solidFill>
                <a:latin typeface="Calibri"/>
                <a:ea typeface="Calibri"/>
                <a:cs typeface="Calibri"/>
                <a:sym typeface="Calibri"/>
              </a:defRPr>
            </a:lvl1pPr>
            <a:lvl2pPr indent="-228600" lvl="1" marL="914400" algn="l">
              <a:spcBef>
                <a:spcPts val="600"/>
              </a:spcBef>
              <a:spcAft>
                <a:spcPts val="0"/>
              </a:spcAft>
              <a:buSzPts val="2000"/>
              <a:buNone/>
              <a:defRPr b="1" sz="2000"/>
            </a:lvl2pPr>
            <a:lvl3pPr indent="-228600" lvl="2" marL="1371600" algn="l">
              <a:spcBef>
                <a:spcPts val="400"/>
              </a:spcBef>
              <a:spcAft>
                <a:spcPts val="0"/>
              </a:spcAft>
              <a:buSzPts val="1800"/>
              <a:buNone/>
              <a:defRPr b="1" sz="1800"/>
            </a:lvl3pPr>
            <a:lvl4pPr indent="-228600" lvl="3" marL="1828800" algn="l">
              <a:spcBef>
                <a:spcPts val="400"/>
              </a:spcBef>
              <a:spcAft>
                <a:spcPts val="0"/>
              </a:spcAft>
              <a:buSzPts val="1280"/>
              <a:buNone/>
              <a:defRPr b="1" sz="1600"/>
            </a:lvl4pPr>
            <a:lvl5pPr indent="-228600" lvl="4" marL="2286000" algn="l">
              <a:spcBef>
                <a:spcPts val="400"/>
              </a:spcBef>
              <a:spcAft>
                <a:spcPts val="0"/>
              </a:spcAft>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72" name="Google Shape;72;p20"/>
          <p:cNvSpPr txBox="1"/>
          <p:nvPr>
            <p:ph idx="4" type="body"/>
          </p:nvPr>
        </p:nvSpPr>
        <p:spPr>
          <a:xfrm>
            <a:off x="4645025" y="1581703"/>
            <a:ext cx="4041775" cy="2202927"/>
          </a:xfrm>
          <a:prstGeom prst="rect">
            <a:avLst/>
          </a:prstGeom>
          <a:noFill/>
          <a:ln>
            <a:noFill/>
          </a:ln>
        </p:spPr>
        <p:txBody>
          <a:bodyPr anchorCtr="0" anchor="t" bIns="45700" lIns="91425" spcFirstLastPara="1" rIns="91425" wrap="square" tIns="45700">
            <a:normAutofit/>
          </a:bodyPr>
          <a:lstStyle>
            <a:lvl1pPr indent="-311150" lvl="0" marL="457200" algn="l">
              <a:spcBef>
                <a:spcPts val="0"/>
              </a:spcBef>
              <a:spcAft>
                <a:spcPts val="0"/>
              </a:spcAft>
              <a:buSzPts val="1300"/>
              <a:buChar char="▪"/>
              <a:defRPr sz="1300"/>
            </a:lvl1pPr>
            <a:lvl2pPr indent="-311150" lvl="1" marL="914400" algn="l">
              <a:spcBef>
                <a:spcPts val="600"/>
              </a:spcBef>
              <a:spcAft>
                <a:spcPts val="0"/>
              </a:spcAft>
              <a:buSzPts val="1300"/>
              <a:buChar char="•"/>
              <a:defRPr sz="1300"/>
            </a:lvl2pPr>
            <a:lvl3pPr indent="-311150" lvl="2" marL="1371600" algn="l">
              <a:spcBef>
                <a:spcPts val="400"/>
              </a:spcBef>
              <a:spcAft>
                <a:spcPts val="0"/>
              </a:spcAft>
              <a:buSzPts val="1300"/>
              <a:buChar char="‒"/>
              <a:defRPr sz="1300"/>
            </a:lvl3pPr>
            <a:lvl4pPr indent="-294640" lvl="3" marL="1828800" algn="l">
              <a:spcBef>
                <a:spcPts val="400"/>
              </a:spcBef>
              <a:spcAft>
                <a:spcPts val="0"/>
              </a:spcAft>
              <a:buSzPts val="1040"/>
              <a:buChar char="▪"/>
              <a:defRPr sz="1300"/>
            </a:lvl4pPr>
            <a:lvl5pPr indent="-311150" lvl="4" marL="2286000" algn="l">
              <a:spcBef>
                <a:spcPts val="400"/>
              </a:spcBef>
              <a:spcAft>
                <a:spcPts val="0"/>
              </a:spcAft>
              <a:buSzPts val="1300"/>
              <a:buChar char="»"/>
              <a:defRPr sz="1300"/>
            </a:lvl5pPr>
            <a:lvl6pPr indent="-330200" lvl="5" marL="2743200" algn="l">
              <a:spcBef>
                <a:spcPts val="40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73" name="Google Shape;73;p20"/>
          <p:cNvSpPr txBox="1"/>
          <p:nvPr>
            <p:ph idx="5" type="body"/>
          </p:nvPr>
        </p:nvSpPr>
        <p:spPr>
          <a:xfrm>
            <a:off x="457200" y="3897935"/>
            <a:ext cx="4040188" cy="228600"/>
          </a:xfrm>
          <a:prstGeom prst="rect">
            <a:avLst/>
          </a:prstGeom>
          <a:solidFill>
            <a:srgbClr val="BDCED9"/>
          </a:solidFill>
          <a:ln>
            <a:noFill/>
          </a:ln>
        </p:spPr>
        <p:txBody>
          <a:bodyPr anchorCtr="0" anchor="ctr" bIns="0" lIns="0" spcFirstLastPara="1" rIns="0" wrap="square" tIns="0">
            <a:noAutofit/>
          </a:bodyPr>
          <a:lstStyle>
            <a:lvl1pPr indent="-228600" lvl="0" marL="457200" algn="ctr">
              <a:spcBef>
                <a:spcPts val="0"/>
              </a:spcBef>
              <a:spcAft>
                <a:spcPts val="0"/>
              </a:spcAft>
              <a:buSzPts val="1050"/>
              <a:buNone/>
              <a:defRPr b="1" sz="1050">
                <a:solidFill>
                  <a:srgbClr val="2E4350"/>
                </a:solidFill>
                <a:latin typeface="Calibri"/>
                <a:ea typeface="Calibri"/>
                <a:cs typeface="Calibri"/>
                <a:sym typeface="Calibri"/>
              </a:defRPr>
            </a:lvl1pPr>
            <a:lvl2pPr indent="-228600" lvl="1" marL="914400" algn="l">
              <a:spcBef>
                <a:spcPts val="600"/>
              </a:spcBef>
              <a:spcAft>
                <a:spcPts val="0"/>
              </a:spcAft>
              <a:buSzPts val="2000"/>
              <a:buNone/>
              <a:defRPr b="1" sz="2000"/>
            </a:lvl2pPr>
            <a:lvl3pPr indent="-228600" lvl="2" marL="1371600" algn="l">
              <a:spcBef>
                <a:spcPts val="400"/>
              </a:spcBef>
              <a:spcAft>
                <a:spcPts val="0"/>
              </a:spcAft>
              <a:buSzPts val="1800"/>
              <a:buNone/>
              <a:defRPr b="1" sz="1800"/>
            </a:lvl3pPr>
            <a:lvl4pPr indent="-228600" lvl="3" marL="1828800" algn="l">
              <a:spcBef>
                <a:spcPts val="400"/>
              </a:spcBef>
              <a:spcAft>
                <a:spcPts val="0"/>
              </a:spcAft>
              <a:buSzPts val="1280"/>
              <a:buNone/>
              <a:defRPr b="1" sz="1600"/>
            </a:lvl4pPr>
            <a:lvl5pPr indent="-228600" lvl="4" marL="2286000" algn="l">
              <a:spcBef>
                <a:spcPts val="400"/>
              </a:spcBef>
              <a:spcAft>
                <a:spcPts val="0"/>
              </a:spcAft>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74" name="Google Shape;74;p20"/>
          <p:cNvSpPr txBox="1"/>
          <p:nvPr>
            <p:ph idx="6" type="body"/>
          </p:nvPr>
        </p:nvSpPr>
        <p:spPr>
          <a:xfrm>
            <a:off x="457200" y="4125683"/>
            <a:ext cx="4040188" cy="2273530"/>
          </a:xfrm>
          <a:prstGeom prst="rect">
            <a:avLst/>
          </a:prstGeom>
          <a:noFill/>
          <a:ln>
            <a:noFill/>
          </a:ln>
        </p:spPr>
        <p:txBody>
          <a:bodyPr anchorCtr="0" anchor="t" bIns="45700" lIns="91425" spcFirstLastPara="1" rIns="91425" wrap="square" tIns="45700">
            <a:normAutofit/>
          </a:bodyPr>
          <a:lstStyle>
            <a:lvl1pPr indent="-311150" lvl="0" marL="457200" algn="l">
              <a:spcBef>
                <a:spcPts val="0"/>
              </a:spcBef>
              <a:spcAft>
                <a:spcPts val="0"/>
              </a:spcAft>
              <a:buSzPts val="1300"/>
              <a:buChar char="▪"/>
              <a:defRPr sz="1300"/>
            </a:lvl1pPr>
            <a:lvl2pPr indent="-311150" lvl="1" marL="914400" algn="l">
              <a:spcBef>
                <a:spcPts val="600"/>
              </a:spcBef>
              <a:spcAft>
                <a:spcPts val="0"/>
              </a:spcAft>
              <a:buSzPts val="1300"/>
              <a:buChar char="•"/>
              <a:defRPr sz="1300"/>
            </a:lvl2pPr>
            <a:lvl3pPr indent="-311150" lvl="2" marL="1371600" algn="l">
              <a:spcBef>
                <a:spcPts val="400"/>
              </a:spcBef>
              <a:spcAft>
                <a:spcPts val="0"/>
              </a:spcAft>
              <a:buSzPts val="1300"/>
              <a:buChar char="‒"/>
              <a:defRPr sz="1300"/>
            </a:lvl3pPr>
            <a:lvl4pPr indent="-294640" lvl="3" marL="1828800" algn="l">
              <a:spcBef>
                <a:spcPts val="400"/>
              </a:spcBef>
              <a:spcAft>
                <a:spcPts val="0"/>
              </a:spcAft>
              <a:buSzPts val="1040"/>
              <a:buChar char="▪"/>
              <a:defRPr sz="1300"/>
            </a:lvl4pPr>
            <a:lvl5pPr indent="-311150" lvl="4" marL="2286000" algn="l">
              <a:spcBef>
                <a:spcPts val="400"/>
              </a:spcBef>
              <a:spcAft>
                <a:spcPts val="0"/>
              </a:spcAft>
              <a:buSzPts val="1300"/>
              <a:buChar char="»"/>
              <a:defRPr sz="1300"/>
            </a:lvl5pPr>
            <a:lvl6pPr indent="-330200" lvl="5" marL="2743200" algn="l">
              <a:spcBef>
                <a:spcPts val="40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75" name="Google Shape;75;p20"/>
          <p:cNvSpPr txBox="1"/>
          <p:nvPr>
            <p:ph idx="7" type="body"/>
          </p:nvPr>
        </p:nvSpPr>
        <p:spPr>
          <a:xfrm>
            <a:off x="4645025" y="3897935"/>
            <a:ext cx="4041775" cy="228600"/>
          </a:xfrm>
          <a:prstGeom prst="rect">
            <a:avLst/>
          </a:prstGeom>
          <a:solidFill>
            <a:srgbClr val="BDCED9"/>
          </a:solidFill>
          <a:ln>
            <a:noFill/>
          </a:ln>
        </p:spPr>
        <p:txBody>
          <a:bodyPr anchorCtr="0" anchor="ctr" bIns="0" lIns="0" spcFirstLastPara="1" rIns="0" wrap="square" tIns="0">
            <a:noAutofit/>
          </a:bodyPr>
          <a:lstStyle>
            <a:lvl1pPr indent="-228600" lvl="0" marL="457200" algn="ctr">
              <a:spcBef>
                <a:spcPts val="0"/>
              </a:spcBef>
              <a:spcAft>
                <a:spcPts val="0"/>
              </a:spcAft>
              <a:buSzPts val="1050"/>
              <a:buNone/>
              <a:defRPr b="1" sz="1050">
                <a:solidFill>
                  <a:srgbClr val="2E4350"/>
                </a:solidFill>
                <a:latin typeface="Calibri"/>
                <a:ea typeface="Calibri"/>
                <a:cs typeface="Calibri"/>
                <a:sym typeface="Calibri"/>
              </a:defRPr>
            </a:lvl1pPr>
            <a:lvl2pPr indent="-228600" lvl="1" marL="914400" algn="l">
              <a:spcBef>
                <a:spcPts val="600"/>
              </a:spcBef>
              <a:spcAft>
                <a:spcPts val="0"/>
              </a:spcAft>
              <a:buSzPts val="2000"/>
              <a:buNone/>
              <a:defRPr b="1" sz="2000"/>
            </a:lvl2pPr>
            <a:lvl3pPr indent="-228600" lvl="2" marL="1371600" algn="l">
              <a:spcBef>
                <a:spcPts val="400"/>
              </a:spcBef>
              <a:spcAft>
                <a:spcPts val="0"/>
              </a:spcAft>
              <a:buSzPts val="1800"/>
              <a:buNone/>
              <a:defRPr b="1" sz="1800"/>
            </a:lvl3pPr>
            <a:lvl4pPr indent="-228600" lvl="3" marL="1828800" algn="l">
              <a:spcBef>
                <a:spcPts val="400"/>
              </a:spcBef>
              <a:spcAft>
                <a:spcPts val="0"/>
              </a:spcAft>
              <a:buSzPts val="1280"/>
              <a:buNone/>
              <a:defRPr b="1" sz="1600"/>
            </a:lvl4pPr>
            <a:lvl5pPr indent="-228600" lvl="4" marL="2286000" algn="l">
              <a:spcBef>
                <a:spcPts val="400"/>
              </a:spcBef>
              <a:spcAft>
                <a:spcPts val="0"/>
              </a:spcAft>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76" name="Google Shape;76;p20"/>
          <p:cNvSpPr txBox="1"/>
          <p:nvPr>
            <p:ph idx="8" type="body"/>
          </p:nvPr>
        </p:nvSpPr>
        <p:spPr>
          <a:xfrm>
            <a:off x="4645025" y="4125683"/>
            <a:ext cx="4041775" cy="2273530"/>
          </a:xfrm>
          <a:prstGeom prst="rect">
            <a:avLst/>
          </a:prstGeom>
          <a:noFill/>
          <a:ln>
            <a:noFill/>
          </a:ln>
        </p:spPr>
        <p:txBody>
          <a:bodyPr anchorCtr="0" anchor="t" bIns="45700" lIns="91425" spcFirstLastPara="1" rIns="91425" wrap="square" tIns="45700">
            <a:normAutofit/>
          </a:bodyPr>
          <a:lstStyle>
            <a:lvl1pPr indent="-311150" lvl="0" marL="457200" algn="l">
              <a:spcBef>
                <a:spcPts val="0"/>
              </a:spcBef>
              <a:spcAft>
                <a:spcPts val="0"/>
              </a:spcAft>
              <a:buSzPts val="1300"/>
              <a:buChar char="▪"/>
              <a:defRPr sz="1300"/>
            </a:lvl1pPr>
            <a:lvl2pPr indent="-311150" lvl="1" marL="914400" algn="l">
              <a:spcBef>
                <a:spcPts val="600"/>
              </a:spcBef>
              <a:spcAft>
                <a:spcPts val="0"/>
              </a:spcAft>
              <a:buSzPts val="1300"/>
              <a:buChar char="•"/>
              <a:defRPr sz="1300"/>
            </a:lvl2pPr>
            <a:lvl3pPr indent="-311150" lvl="2" marL="1371600" algn="l">
              <a:spcBef>
                <a:spcPts val="400"/>
              </a:spcBef>
              <a:spcAft>
                <a:spcPts val="0"/>
              </a:spcAft>
              <a:buSzPts val="1300"/>
              <a:buChar char="‒"/>
              <a:defRPr sz="1300"/>
            </a:lvl3pPr>
            <a:lvl4pPr indent="-294640" lvl="3" marL="1828800" algn="l">
              <a:spcBef>
                <a:spcPts val="400"/>
              </a:spcBef>
              <a:spcAft>
                <a:spcPts val="0"/>
              </a:spcAft>
              <a:buSzPts val="1040"/>
              <a:buChar char="▪"/>
              <a:defRPr sz="1300"/>
            </a:lvl4pPr>
            <a:lvl5pPr indent="-311150" lvl="4" marL="2286000" algn="l">
              <a:spcBef>
                <a:spcPts val="400"/>
              </a:spcBef>
              <a:spcAft>
                <a:spcPts val="0"/>
              </a:spcAft>
              <a:buSzPts val="1300"/>
              <a:buChar char="»"/>
              <a:defRPr sz="1300"/>
            </a:lvl5pPr>
            <a:lvl6pPr indent="-330200" lvl="5" marL="2743200" algn="l">
              <a:spcBef>
                <a:spcPts val="40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77" name="Shape 77"/>
        <p:cNvGrpSpPr/>
        <p:nvPr/>
      </p:nvGrpSpPr>
      <p:grpSpPr>
        <a:xfrm>
          <a:off x="0" y="0"/>
          <a:ext cx="0" cy="0"/>
          <a:chOff x="0" y="0"/>
          <a:chExt cx="0" cy="0"/>
        </a:xfrm>
      </p:grpSpPr>
      <p:cxnSp>
        <p:nvCxnSpPr>
          <p:cNvPr id="78" name="Google Shape;78;p21"/>
          <p:cNvCxnSpPr/>
          <p:nvPr/>
        </p:nvCxnSpPr>
        <p:spPr>
          <a:xfrm>
            <a:off x="468313" y="1181100"/>
            <a:ext cx="8207375" cy="0"/>
          </a:xfrm>
          <a:prstGeom prst="straightConnector1">
            <a:avLst/>
          </a:prstGeom>
          <a:noFill/>
          <a:ln cap="flat" cmpd="sng" w="12700">
            <a:solidFill>
              <a:schemeClr val="accent1"/>
            </a:solidFill>
            <a:prstDash val="solid"/>
            <a:round/>
            <a:headEnd len="sm" w="sm" type="none"/>
            <a:tailEnd len="sm" w="sm" type="none"/>
          </a:ln>
        </p:spPr>
      </p:cxnSp>
      <p:sp>
        <p:nvSpPr>
          <p:cNvPr id="79" name="Google Shape;79;p21"/>
          <p:cNvSpPr txBox="1"/>
          <p:nvPr/>
        </p:nvSpPr>
        <p:spPr>
          <a:xfrm>
            <a:off x="7885113" y="6462713"/>
            <a:ext cx="796925" cy="261937"/>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fld id="{00000000-1234-1234-1234-123412341234}" type="slidenum">
              <a:rPr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
        <p:nvSpPr>
          <p:cNvPr id="80" name="Google Shape;80;p21"/>
          <p:cNvSpPr txBox="1"/>
          <p:nvPr>
            <p:ph type="title"/>
          </p:nvPr>
        </p:nvSpPr>
        <p:spPr>
          <a:xfrm>
            <a:off x="457200" y="454025"/>
            <a:ext cx="8229600" cy="722313"/>
          </a:xfrm>
          <a:prstGeom prst="rect">
            <a:avLst/>
          </a:prstGeom>
          <a:noFill/>
          <a:ln>
            <a:noFill/>
          </a:ln>
        </p:spPr>
        <p:txBody>
          <a:bodyPr anchorCtr="0" anchor="b" bIns="18275" lIns="91425" spcFirstLastPara="1" rIns="91425" wrap="square" tIns="0">
            <a:normAutofit/>
          </a:bodyPr>
          <a:lstStyle>
            <a:lvl1pPr lvl="0" algn="l">
              <a:spcBef>
                <a:spcPts val="0"/>
              </a:spcBef>
              <a:spcAft>
                <a:spcPts val="0"/>
              </a:spcAft>
              <a:buClr>
                <a:srgbClr val="174A7C"/>
              </a:buClr>
              <a:buSzPts val="2400"/>
              <a:buFont typeface="Calibri"/>
              <a:buNone/>
              <a:defRPr i="0" sz="2400">
                <a:solidFill>
                  <a:srgbClr val="174A7C"/>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1"/>
          <p:cNvSpPr txBox="1"/>
          <p:nvPr>
            <p:ph idx="1" type="body"/>
          </p:nvPr>
        </p:nvSpPr>
        <p:spPr>
          <a:xfrm>
            <a:off x="452438" y="1733550"/>
            <a:ext cx="4038600" cy="4670425"/>
          </a:xfrm>
          <a:prstGeom prst="rect">
            <a:avLst/>
          </a:prstGeom>
          <a:noFill/>
          <a:ln>
            <a:noFill/>
          </a:ln>
        </p:spPr>
        <p:txBody>
          <a:bodyPr anchorCtr="0" anchor="t" bIns="45700" lIns="91425" spcFirstLastPara="1" rIns="91425" wrap="square" tIns="45700">
            <a:normAutofit/>
          </a:bodyPr>
          <a:lstStyle>
            <a:lvl1pPr indent="-311150" lvl="0" marL="457200" algn="l">
              <a:spcBef>
                <a:spcPts val="0"/>
              </a:spcBef>
              <a:spcAft>
                <a:spcPts val="0"/>
              </a:spcAft>
              <a:buSzPts val="1300"/>
              <a:buChar char="▪"/>
              <a:defRPr sz="1300"/>
            </a:lvl1pPr>
            <a:lvl2pPr indent="-311150" lvl="1" marL="914400" algn="l">
              <a:spcBef>
                <a:spcPts val="600"/>
              </a:spcBef>
              <a:spcAft>
                <a:spcPts val="0"/>
              </a:spcAft>
              <a:buSzPts val="1300"/>
              <a:buChar char="•"/>
              <a:defRPr sz="1300"/>
            </a:lvl2pPr>
            <a:lvl3pPr indent="-311150" lvl="2" marL="1371600" algn="l">
              <a:spcBef>
                <a:spcPts val="400"/>
              </a:spcBef>
              <a:spcAft>
                <a:spcPts val="0"/>
              </a:spcAft>
              <a:buSzPts val="1300"/>
              <a:buChar char="‒"/>
              <a:defRPr sz="1300"/>
            </a:lvl3pPr>
            <a:lvl4pPr indent="-294640" lvl="3" marL="1828800" algn="l">
              <a:spcBef>
                <a:spcPts val="400"/>
              </a:spcBef>
              <a:spcAft>
                <a:spcPts val="0"/>
              </a:spcAft>
              <a:buSzPts val="1040"/>
              <a:buChar char="▪"/>
              <a:defRPr sz="1300"/>
            </a:lvl4pPr>
            <a:lvl5pPr indent="-311150" lvl="4" marL="2286000" algn="l">
              <a:spcBef>
                <a:spcPts val="400"/>
              </a:spcBef>
              <a:spcAft>
                <a:spcPts val="0"/>
              </a:spcAft>
              <a:buSzPts val="1300"/>
              <a:buChar char="»"/>
              <a:defRPr sz="1300"/>
            </a:lvl5pPr>
            <a:lvl6pPr indent="-342900" lvl="5" marL="2743200" algn="l">
              <a:spcBef>
                <a:spcPts val="40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2" name="Google Shape;82;p21"/>
          <p:cNvSpPr txBox="1"/>
          <p:nvPr>
            <p:ph idx="2" type="body"/>
          </p:nvPr>
        </p:nvSpPr>
        <p:spPr>
          <a:xfrm>
            <a:off x="4643438" y="1733550"/>
            <a:ext cx="4038600" cy="4670425"/>
          </a:xfrm>
          <a:prstGeom prst="rect">
            <a:avLst/>
          </a:prstGeom>
          <a:noFill/>
          <a:ln>
            <a:noFill/>
          </a:ln>
        </p:spPr>
        <p:txBody>
          <a:bodyPr anchorCtr="0" anchor="t" bIns="45700" lIns="91425" spcFirstLastPara="1" rIns="91425" wrap="square" tIns="45700">
            <a:normAutofit/>
          </a:bodyPr>
          <a:lstStyle>
            <a:lvl1pPr indent="-311150" lvl="0" marL="457200" algn="l">
              <a:spcBef>
                <a:spcPts val="0"/>
              </a:spcBef>
              <a:spcAft>
                <a:spcPts val="0"/>
              </a:spcAft>
              <a:buSzPts val="1300"/>
              <a:buChar char="▪"/>
              <a:defRPr sz="1300"/>
            </a:lvl1pPr>
            <a:lvl2pPr indent="-311150" lvl="1" marL="914400" algn="l">
              <a:spcBef>
                <a:spcPts val="600"/>
              </a:spcBef>
              <a:spcAft>
                <a:spcPts val="0"/>
              </a:spcAft>
              <a:buSzPts val="1300"/>
              <a:buChar char="•"/>
              <a:defRPr sz="1300"/>
            </a:lvl2pPr>
            <a:lvl3pPr indent="-311150" lvl="2" marL="1371600" algn="l">
              <a:spcBef>
                <a:spcPts val="400"/>
              </a:spcBef>
              <a:spcAft>
                <a:spcPts val="0"/>
              </a:spcAft>
              <a:buSzPts val="1300"/>
              <a:buChar char="‒"/>
              <a:defRPr sz="1300"/>
            </a:lvl3pPr>
            <a:lvl4pPr indent="-294640" lvl="3" marL="1828800" algn="l">
              <a:spcBef>
                <a:spcPts val="400"/>
              </a:spcBef>
              <a:spcAft>
                <a:spcPts val="0"/>
              </a:spcAft>
              <a:buSzPts val="1040"/>
              <a:buChar char="▪"/>
              <a:defRPr sz="1300"/>
            </a:lvl4pPr>
            <a:lvl5pPr indent="-311150" lvl="4" marL="2286000" algn="l">
              <a:spcBef>
                <a:spcPts val="400"/>
              </a:spcBef>
              <a:spcAft>
                <a:spcPts val="0"/>
              </a:spcAft>
              <a:buSzPts val="1300"/>
              <a:buChar char="»"/>
              <a:defRPr sz="1300"/>
            </a:lvl5pPr>
            <a:lvl6pPr indent="-342900" lvl="5" marL="2743200" algn="l">
              <a:spcBef>
                <a:spcPts val="40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3" name="Google Shape;83;p21"/>
          <p:cNvSpPr txBox="1"/>
          <p:nvPr>
            <p:ph idx="3" type="body"/>
          </p:nvPr>
        </p:nvSpPr>
        <p:spPr>
          <a:xfrm>
            <a:off x="457200" y="1203989"/>
            <a:ext cx="8219256" cy="337716"/>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SzPts val="1800"/>
              <a:buNone/>
              <a:defRPr sz="1800">
                <a:solidFill>
                  <a:schemeClr val="dk1"/>
                </a:solidFill>
              </a:defRPr>
            </a:lvl1pPr>
            <a:lvl2pPr indent="-228600" lvl="1" marL="914400" algn="l">
              <a:spcBef>
                <a:spcPts val="600"/>
              </a:spcBef>
              <a:spcAft>
                <a:spcPts val="0"/>
              </a:spcAft>
              <a:buSzPts val="1200"/>
              <a:buNone/>
              <a:defRPr sz="1200"/>
            </a:lvl2pPr>
            <a:lvl3pPr indent="-228600" lvl="2" marL="1371600" algn="l">
              <a:spcBef>
                <a:spcPts val="400"/>
              </a:spcBef>
              <a:spcAft>
                <a:spcPts val="0"/>
              </a:spcAft>
              <a:buSzPts val="1000"/>
              <a:buNone/>
              <a:defRPr sz="1000"/>
            </a:lvl3pPr>
            <a:lvl4pPr indent="-228600" lvl="3" marL="1828800" algn="l">
              <a:spcBef>
                <a:spcPts val="400"/>
              </a:spcBef>
              <a:spcAft>
                <a:spcPts val="0"/>
              </a:spcAft>
              <a:buSzPts val="720"/>
              <a:buNone/>
              <a:defRPr sz="900"/>
            </a:lvl4pPr>
            <a:lvl5pPr indent="-228600" lvl="4" marL="2286000" algn="l">
              <a:spcBef>
                <a:spcPts val="400"/>
              </a:spcBef>
              <a:spcAft>
                <a:spcPts val="0"/>
              </a:spcAft>
              <a:buSzPts val="900"/>
              <a:buNone/>
              <a:defRPr sz="900"/>
            </a:lvl5pPr>
            <a:lvl6pPr indent="-228600" lvl="5" marL="2743200" algn="l">
              <a:spcBef>
                <a:spcPts val="40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84" name="Shape 84"/>
        <p:cNvGrpSpPr/>
        <p:nvPr/>
      </p:nvGrpSpPr>
      <p:grpSpPr>
        <a:xfrm>
          <a:off x="0" y="0"/>
          <a:ext cx="0" cy="0"/>
          <a:chOff x="0" y="0"/>
          <a:chExt cx="0" cy="0"/>
        </a:xfrm>
      </p:grpSpPr>
      <p:cxnSp>
        <p:nvCxnSpPr>
          <p:cNvPr id="85" name="Google Shape;85;p22"/>
          <p:cNvCxnSpPr/>
          <p:nvPr/>
        </p:nvCxnSpPr>
        <p:spPr>
          <a:xfrm>
            <a:off x="468313" y="1181100"/>
            <a:ext cx="8207375" cy="0"/>
          </a:xfrm>
          <a:prstGeom prst="straightConnector1">
            <a:avLst/>
          </a:prstGeom>
          <a:noFill/>
          <a:ln cap="flat" cmpd="sng" w="12700">
            <a:solidFill>
              <a:schemeClr val="accent1"/>
            </a:solidFill>
            <a:prstDash val="solid"/>
            <a:round/>
            <a:headEnd len="sm" w="sm" type="none"/>
            <a:tailEnd len="sm" w="sm" type="none"/>
          </a:ln>
        </p:spPr>
      </p:cxnSp>
      <p:pic>
        <p:nvPicPr>
          <p:cNvPr descr="Autonomy Logo.jpg" id="86" name="Google Shape;86;p22"/>
          <p:cNvPicPr preferRelativeResize="0"/>
          <p:nvPr/>
        </p:nvPicPr>
        <p:blipFill rotWithShape="1">
          <a:blip r:embed="rId2">
            <a:alphaModFix/>
          </a:blip>
          <a:srcRect b="0" l="0" r="0" t="0"/>
          <a:stretch/>
        </p:blipFill>
        <p:spPr>
          <a:xfrm>
            <a:off x="7048500" y="227013"/>
            <a:ext cx="1633538" cy="423863"/>
          </a:xfrm>
          <a:prstGeom prst="rect">
            <a:avLst/>
          </a:prstGeom>
          <a:noFill/>
          <a:ln>
            <a:noFill/>
          </a:ln>
        </p:spPr>
      </p:pic>
      <p:sp>
        <p:nvSpPr>
          <p:cNvPr id="87" name="Google Shape;87;p22"/>
          <p:cNvSpPr txBox="1"/>
          <p:nvPr/>
        </p:nvSpPr>
        <p:spPr>
          <a:xfrm>
            <a:off x="7885113" y="6462713"/>
            <a:ext cx="796925" cy="261937"/>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fld id="{00000000-1234-1234-1234-123412341234}" type="slidenum">
              <a:rPr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
        <p:nvSpPr>
          <p:cNvPr id="88" name="Google Shape;88;p22"/>
          <p:cNvSpPr txBox="1"/>
          <p:nvPr>
            <p:ph type="title"/>
          </p:nvPr>
        </p:nvSpPr>
        <p:spPr>
          <a:xfrm>
            <a:off x="457200" y="273049"/>
            <a:ext cx="8224838" cy="902607"/>
          </a:xfrm>
          <a:prstGeom prst="rect">
            <a:avLst/>
          </a:prstGeom>
          <a:noFill/>
          <a:ln>
            <a:noFill/>
          </a:ln>
        </p:spPr>
        <p:txBody>
          <a:bodyPr anchorCtr="0" anchor="b" bIns="18275" lIns="91425" spcFirstLastPara="1" rIns="91425" wrap="square" tIns="0">
            <a:normAutofit/>
          </a:bodyPr>
          <a:lstStyle>
            <a:lvl1pPr lvl="0" algn="l">
              <a:spcBef>
                <a:spcPts val="0"/>
              </a:spcBef>
              <a:spcAft>
                <a:spcPts val="0"/>
              </a:spcAft>
              <a:buSzPts val="1400"/>
              <a:buNone/>
              <a:defRPr b="1" sz="24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2"/>
          <p:cNvSpPr txBox="1"/>
          <p:nvPr>
            <p:ph idx="1" type="body"/>
          </p:nvPr>
        </p:nvSpPr>
        <p:spPr>
          <a:xfrm>
            <a:off x="3575050" y="1733550"/>
            <a:ext cx="5111750" cy="4670425"/>
          </a:xfrm>
          <a:prstGeom prst="rect">
            <a:avLst/>
          </a:prstGeom>
          <a:noFill/>
          <a:ln>
            <a:noFill/>
          </a:ln>
        </p:spPr>
        <p:txBody>
          <a:bodyPr anchorCtr="0" anchor="t" bIns="45700" lIns="91425" spcFirstLastPara="1" rIns="91425" wrap="square" tIns="45700">
            <a:normAutofit/>
          </a:bodyPr>
          <a:lstStyle>
            <a:lvl1pPr indent="-311150" lvl="0" marL="457200" algn="l">
              <a:spcBef>
                <a:spcPts val="0"/>
              </a:spcBef>
              <a:spcAft>
                <a:spcPts val="0"/>
              </a:spcAft>
              <a:buSzPts val="1300"/>
              <a:buChar char="▪"/>
              <a:defRPr sz="1300"/>
            </a:lvl1pPr>
            <a:lvl2pPr indent="-311150" lvl="1" marL="914400" algn="l">
              <a:spcBef>
                <a:spcPts val="600"/>
              </a:spcBef>
              <a:spcAft>
                <a:spcPts val="0"/>
              </a:spcAft>
              <a:buSzPts val="1300"/>
              <a:buChar char="•"/>
              <a:defRPr sz="1300"/>
            </a:lvl2pPr>
            <a:lvl3pPr indent="-311150" lvl="2" marL="1371600" algn="l">
              <a:spcBef>
                <a:spcPts val="400"/>
              </a:spcBef>
              <a:spcAft>
                <a:spcPts val="0"/>
              </a:spcAft>
              <a:buSzPts val="1300"/>
              <a:buChar char="‒"/>
              <a:defRPr sz="1300"/>
            </a:lvl3pPr>
            <a:lvl4pPr indent="-294640" lvl="3" marL="1828800" algn="l">
              <a:spcBef>
                <a:spcPts val="400"/>
              </a:spcBef>
              <a:spcAft>
                <a:spcPts val="0"/>
              </a:spcAft>
              <a:buSzPts val="1040"/>
              <a:buChar char="▪"/>
              <a:defRPr sz="1300"/>
            </a:lvl4pPr>
            <a:lvl5pPr indent="-311150" lvl="4" marL="2286000" algn="l">
              <a:spcBef>
                <a:spcPts val="400"/>
              </a:spcBef>
              <a:spcAft>
                <a:spcPts val="0"/>
              </a:spcAft>
              <a:buSzPts val="1300"/>
              <a:buChar char="»"/>
              <a:defRPr sz="13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90" name="Google Shape;90;p22"/>
          <p:cNvSpPr txBox="1"/>
          <p:nvPr>
            <p:ph idx="2" type="body"/>
          </p:nvPr>
        </p:nvSpPr>
        <p:spPr>
          <a:xfrm>
            <a:off x="457200" y="1733550"/>
            <a:ext cx="3008313" cy="4670764"/>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300"/>
              <a:buNone/>
              <a:defRPr sz="1300"/>
            </a:lvl1pPr>
            <a:lvl2pPr indent="-228600" lvl="1" marL="914400" algn="l">
              <a:spcBef>
                <a:spcPts val="600"/>
              </a:spcBef>
              <a:spcAft>
                <a:spcPts val="0"/>
              </a:spcAft>
              <a:buSzPts val="1200"/>
              <a:buNone/>
              <a:defRPr sz="1200"/>
            </a:lvl2pPr>
            <a:lvl3pPr indent="-228600" lvl="2" marL="1371600" algn="l">
              <a:spcBef>
                <a:spcPts val="400"/>
              </a:spcBef>
              <a:spcAft>
                <a:spcPts val="0"/>
              </a:spcAft>
              <a:buSzPts val="1000"/>
              <a:buNone/>
              <a:defRPr sz="1000"/>
            </a:lvl3pPr>
            <a:lvl4pPr indent="-228600" lvl="3" marL="1828800" algn="l">
              <a:spcBef>
                <a:spcPts val="400"/>
              </a:spcBef>
              <a:spcAft>
                <a:spcPts val="0"/>
              </a:spcAft>
              <a:buSzPts val="720"/>
              <a:buNone/>
              <a:defRPr sz="900"/>
            </a:lvl4pPr>
            <a:lvl5pPr indent="-228600" lvl="4" marL="2286000" algn="l">
              <a:spcBef>
                <a:spcPts val="400"/>
              </a:spcBef>
              <a:spcAft>
                <a:spcPts val="0"/>
              </a:spcAft>
              <a:buSzPts val="900"/>
              <a:buNone/>
              <a:defRPr sz="900"/>
            </a:lvl5pPr>
            <a:lvl6pPr indent="-228600" lvl="5" marL="2743200" algn="l">
              <a:spcBef>
                <a:spcPts val="40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91" name="Google Shape;91;p22"/>
          <p:cNvSpPr txBox="1"/>
          <p:nvPr>
            <p:ph idx="3" type="body"/>
          </p:nvPr>
        </p:nvSpPr>
        <p:spPr>
          <a:xfrm>
            <a:off x="457200" y="1203989"/>
            <a:ext cx="8219256" cy="337716"/>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SzPts val="1800"/>
              <a:buNone/>
              <a:defRPr sz="1800">
                <a:solidFill>
                  <a:schemeClr val="dk1"/>
                </a:solidFill>
              </a:defRPr>
            </a:lvl1pPr>
            <a:lvl2pPr indent="-228600" lvl="1" marL="914400" algn="l">
              <a:spcBef>
                <a:spcPts val="600"/>
              </a:spcBef>
              <a:spcAft>
                <a:spcPts val="0"/>
              </a:spcAft>
              <a:buSzPts val="1200"/>
              <a:buNone/>
              <a:defRPr sz="1200"/>
            </a:lvl2pPr>
            <a:lvl3pPr indent="-228600" lvl="2" marL="1371600" algn="l">
              <a:spcBef>
                <a:spcPts val="400"/>
              </a:spcBef>
              <a:spcAft>
                <a:spcPts val="0"/>
              </a:spcAft>
              <a:buSzPts val="1000"/>
              <a:buNone/>
              <a:defRPr sz="1000"/>
            </a:lvl3pPr>
            <a:lvl4pPr indent="-228600" lvl="3" marL="1828800" algn="l">
              <a:spcBef>
                <a:spcPts val="400"/>
              </a:spcBef>
              <a:spcAft>
                <a:spcPts val="0"/>
              </a:spcAft>
              <a:buSzPts val="720"/>
              <a:buNone/>
              <a:defRPr sz="900"/>
            </a:lvl4pPr>
            <a:lvl5pPr indent="-228600" lvl="4" marL="2286000" algn="l">
              <a:spcBef>
                <a:spcPts val="400"/>
              </a:spcBef>
              <a:spcAft>
                <a:spcPts val="0"/>
              </a:spcAft>
              <a:buSzPts val="900"/>
              <a:buNone/>
              <a:defRPr sz="900"/>
            </a:lvl5pPr>
            <a:lvl6pPr indent="-228600" lvl="5" marL="2743200" algn="l">
              <a:spcBef>
                <a:spcPts val="40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92" name="Shape 9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457200" y="454025"/>
            <a:ext cx="8229600" cy="722313"/>
          </a:xfrm>
          <a:prstGeom prst="rect">
            <a:avLst/>
          </a:prstGeom>
          <a:noFill/>
          <a:ln>
            <a:noFill/>
          </a:ln>
        </p:spPr>
        <p:txBody>
          <a:bodyPr anchorCtr="0" anchor="b" bIns="18275" lIns="91425" spcFirstLastPara="1" rIns="91425" wrap="square" tIns="0">
            <a:noAutofit/>
          </a:bodyPr>
          <a:lstStyle>
            <a:lvl1pPr lvl="0" marR="0" rtl="0" algn="l">
              <a:spcBef>
                <a:spcPts val="0"/>
              </a:spcBef>
              <a:spcAft>
                <a:spcPts val="0"/>
              </a:spcAft>
              <a:buSzPts val="1400"/>
              <a:buNone/>
              <a:defRPr b="1" i="0" sz="2400" u="none" cap="none" strike="noStrike">
                <a:solidFill>
                  <a:srgbClr val="174A7C"/>
                </a:solidFill>
                <a:latin typeface="Calibri"/>
                <a:ea typeface="Calibri"/>
                <a:cs typeface="Calibri"/>
                <a:sym typeface="Calibri"/>
              </a:defRPr>
            </a:lvl1pPr>
            <a:lvl2pPr lvl="1" marR="0" rtl="0" algn="l">
              <a:spcBef>
                <a:spcPts val="0"/>
              </a:spcBef>
              <a:spcAft>
                <a:spcPts val="0"/>
              </a:spcAft>
              <a:buSzPts val="1400"/>
              <a:buNone/>
              <a:defRPr b="1" i="0" sz="2400" u="none" cap="none" strike="noStrike">
                <a:solidFill>
                  <a:srgbClr val="174A7C"/>
                </a:solidFill>
                <a:latin typeface="Calibri"/>
                <a:ea typeface="Calibri"/>
                <a:cs typeface="Calibri"/>
                <a:sym typeface="Calibri"/>
              </a:defRPr>
            </a:lvl2pPr>
            <a:lvl3pPr lvl="2" marR="0" rtl="0" algn="l">
              <a:spcBef>
                <a:spcPts val="0"/>
              </a:spcBef>
              <a:spcAft>
                <a:spcPts val="0"/>
              </a:spcAft>
              <a:buSzPts val="1400"/>
              <a:buNone/>
              <a:defRPr b="1" i="0" sz="2400" u="none" cap="none" strike="noStrike">
                <a:solidFill>
                  <a:srgbClr val="174A7C"/>
                </a:solidFill>
                <a:latin typeface="Calibri"/>
                <a:ea typeface="Calibri"/>
                <a:cs typeface="Calibri"/>
                <a:sym typeface="Calibri"/>
              </a:defRPr>
            </a:lvl3pPr>
            <a:lvl4pPr lvl="3" marR="0" rtl="0" algn="l">
              <a:spcBef>
                <a:spcPts val="0"/>
              </a:spcBef>
              <a:spcAft>
                <a:spcPts val="0"/>
              </a:spcAft>
              <a:buSzPts val="1400"/>
              <a:buNone/>
              <a:defRPr b="1" i="0" sz="2400" u="none" cap="none" strike="noStrike">
                <a:solidFill>
                  <a:srgbClr val="174A7C"/>
                </a:solidFill>
                <a:latin typeface="Calibri"/>
                <a:ea typeface="Calibri"/>
                <a:cs typeface="Calibri"/>
                <a:sym typeface="Calibri"/>
              </a:defRPr>
            </a:lvl4pPr>
            <a:lvl5pPr lvl="4" marR="0" rtl="0" algn="l">
              <a:spcBef>
                <a:spcPts val="0"/>
              </a:spcBef>
              <a:spcAft>
                <a:spcPts val="0"/>
              </a:spcAft>
              <a:buSzPts val="1400"/>
              <a:buNone/>
              <a:defRPr b="1" i="0" sz="2400" u="none" cap="none" strike="noStrike">
                <a:solidFill>
                  <a:srgbClr val="174A7C"/>
                </a:solidFill>
                <a:latin typeface="Calibri"/>
                <a:ea typeface="Calibri"/>
                <a:cs typeface="Calibri"/>
                <a:sym typeface="Calibri"/>
              </a:defRPr>
            </a:lvl5pPr>
            <a:lvl6pPr lvl="5" marR="0" rtl="0" algn="l">
              <a:spcBef>
                <a:spcPts val="0"/>
              </a:spcBef>
              <a:spcAft>
                <a:spcPts val="0"/>
              </a:spcAft>
              <a:buSzPts val="1400"/>
              <a:buNone/>
              <a:defRPr b="1" i="0" sz="2400" u="none" cap="none" strike="noStrike">
                <a:solidFill>
                  <a:srgbClr val="174A7C"/>
                </a:solidFill>
                <a:latin typeface="Calibri"/>
                <a:ea typeface="Calibri"/>
                <a:cs typeface="Calibri"/>
                <a:sym typeface="Calibri"/>
              </a:defRPr>
            </a:lvl6pPr>
            <a:lvl7pPr lvl="6" marR="0" rtl="0" algn="l">
              <a:spcBef>
                <a:spcPts val="0"/>
              </a:spcBef>
              <a:spcAft>
                <a:spcPts val="0"/>
              </a:spcAft>
              <a:buSzPts val="1400"/>
              <a:buNone/>
              <a:defRPr b="1" i="0" sz="2400" u="none" cap="none" strike="noStrike">
                <a:solidFill>
                  <a:srgbClr val="174A7C"/>
                </a:solidFill>
                <a:latin typeface="Calibri"/>
                <a:ea typeface="Calibri"/>
                <a:cs typeface="Calibri"/>
                <a:sym typeface="Calibri"/>
              </a:defRPr>
            </a:lvl7pPr>
            <a:lvl8pPr lvl="7" marR="0" rtl="0" algn="l">
              <a:spcBef>
                <a:spcPts val="0"/>
              </a:spcBef>
              <a:spcAft>
                <a:spcPts val="0"/>
              </a:spcAft>
              <a:buSzPts val="1400"/>
              <a:buNone/>
              <a:defRPr b="1" i="0" sz="2400" u="none" cap="none" strike="noStrike">
                <a:solidFill>
                  <a:srgbClr val="174A7C"/>
                </a:solidFill>
                <a:latin typeface="Calibri"/>
                <a:ea typeface="Calibri"/>
                <a:cs typeface="Calibri"/>
                <a:sym typeface="Calibri"/>
              </a:defRPr>
            </a:lvl8pPr>
            <a:lvl9pPr lvl="8" marR="0" rtl="0" algn="l">
              <a:spcBef>
                <a:spcPts val="0"/>
              </a:spcBef>
              <a:spcAft>
                <a:spcPts val="0"/>
              </a:spcAft>
              <a:buSzPts val="1400"/>
              <a:buNone/>
              <a:defRPr b="1" i="0" sz="2400" u="none" cap="none" strike="noStrike">
                <a:solidFill>
                  <a:srgbClr val="174A7C"/>
                </a:solidFill>
                <a:latin typeface="Calibri"/>
                <a:ea typeface="Calibri"/>
                <a:cs typeface="Calibri"/>
                <a:sym typeface="Calibri"/>
              </a:defRPr>
            </a:lvl9pPr>
          </a:lstStyle>
          <a:p/>
        </p:txBody>
      </p:sp>
      <p:sp>
        <p:nvSpPr>
          <p:cNvPr id="11" name="Google Shape;11;p11"/>
          <p:cNvSpPr txBox="1"/>
          <p:nvPr>
            <p:ph idx="1" type="body"/>
          </p:nvPr>
        </p:nvSpPr>
        <p:spPr>
          <a:xfrm>
            <a:off x="452438" y="1733550"/>
            <a:ext cx="8229600" cy="4670425"/>
          </a:xfrm>
          <a:prstGeom prst="rect">
            <a:avLst/>
          </a:prstGeom>
          <a:noFill/>
          <a:ln>
            <a:noFill/>
          </a:ln>
        </p:spPr>
        <p:txBody>
          <a:bodyPr anchorCtr="0" anchor="t" bIns="45700" lIns="91425" spcFirstLastPara="1" rIns="91425" wrap="square" tIns="45700">
            <a:noAutofit/>
          </a:bodyPr>
          <a:lstStyle>
            <a:lvl1pPr indent="-311150" lvl="0" marL="457200" marR="0" rtl="0" algn="l">
              <a:spcBef>
                <a:spcPts val="0"/>
              </a:spcBef>
              <a:spcAft>
                <a:spcPts val="0"/>
              </a:spcAft>
              <a:buClr>
                <a:schemeClr val="accent1"/>
              </a:buClr>
              <a:buSzPts val="1300"/>
              <a:buFont typeface="Noto Sans Symbols"/>
              <a:buChar char="▪"/>
              <a:defRPr b="0" i="0" sz="1300" u="none" cap="none" strike="noStrike">
                <a:solidFill>
                  <a:schemeClr val="dk1"/>
                </a:solidFill>
                <a:latin typeface="Calibri"/>
                <a:ea typeface="Calibri"/>
                <a:cs typeface="Calibri"/>
                <a:sym typeface="Calibri"/>
              </a:defRPr>
            </a:lvl1pPr>
            <a:lvl2pPr indent="-311150" lvl="1" marL="914400" marR="0" rtl="0" algn="l">
              <a:spcBef>
                <a:spcPts val="600"/>
              </a:spcBef>
              <a:spcAft>
                <a:spcPts val="0"/>
              </a:spcAft>
              <a:buClr>
                <a:schemeClr val="accent1"/>
              </a:buClr>
              <a:buSzPts val="1300"/>
              <a:buFont typeface="Arial"/>
              <a:buChar char="•"/>
              <a:defRPr b="0" i="0" sz="1300" u="none" cap="none" strike="noStrike">
                <a:solidFill>
                  <a:schemeClr val="dk1"/>
                </a:solidFill>
                <a:latin typeface="Calibri"/>
                <a:ea typeface="Calibri"/>
                <a:cs typeface="Calibri"/>
                <a:sym typeface="Calibri"/>
              </a:defRPr>
            </a:lvl2pPr>
            <a:lvl3pPr indent="-311150" lvl="2" marL="1371600" marR="0" rtl="0" algn="l">
              <a:spcBef>
                <a:spcPts val="400"/>
              </a:spcBef>
              <a:spcAft>
                <a:spcPts val="0"/>
              </a:spcAft>
              <a:buClr>
                <a:schemeClr val="accent1"/>
              </a:buClr>
              <a:buSzPts val="1300"/>
              <a:buFont typeface="Calibri"/>
              <a:buChar char="‒"/>
              <a:defRPr b="0" i="0" sz="1300" u="none" cap="none" strike="noStrike">
                <a:solidFill>
                  <a:schemeClr val="dk1"/>
                </a:solidFill>
                <a:latin typeface="Calibri"/>
                <a:ea typeface="Calibri"/>
                <a:cs typeface="Calibri"/>
                <a:sym typeface="Calibri"/>
              </a:defRPr>
            </a:lvl3pPr>
            <a:lvl4pPr indent="-294640" lvl="3" marL="1828800" marR="0" rtl="0" algn="l">
              <a:spcBef>
                <a:spcPts val="400"/>
              </a:spcBef>
              <a:spcAft>
                <a:spcPts val="0"/>
              </a:spcAft>
              <a:buClr>
                <a:schemeClr val="accent1"/>
              </a:buClr>
              <a:buSzPts val="1040"/>
              <a:buFont typeface="Noto Sans Symbols"/>
              <a:buChar char="▪"/>
              <a:defRPr b="0" i="0" sz="1300" u="none" cap="none" strike="noStrike">
                <a:solidFill>
                  <a:schemeClr val="dk1"/>
                </a:solidFill>
                <a:latin typeface="Calibri"/>
                <a:ea typeface="Calibri"/>
                <a:cs typeface="Calibri"/>
                <a:sym typeface="Calibri"/>
              </a:defRPr>
            </a:lvl4pPr>
            <a:lvl5pPr indent="-311150" lvl="4" marL="2286000" marR="0" rtl="0" algn="l">
              <a:spcBef>
                <a:spcPts val="400"/>
              </a:spcBef>
              <a:spcAft>
                <a:spcPts val="0"/>
              </a:spcAft>
              <a:buClr>
                <a:schemeClr val="accent1"/>
              </a:buClr>
              <a:buSzPts val="1300"/>
              <a:buFont typeface="Arial"/>
              <a:buChar char="»"/>
              <a:defRPr b="0" i="0" sz="13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1"/>
          <p:cNvSpPr txBox="1"/>
          <p:nvPr/>
        </p:nvSpPr>
        <p:spPr>
          <a:xfrm>
            <a:off x="6643688" y="500063"/>
            <a:ext cx="2071687" cy="357187"/>
          </a:xfrm>
          <a:prstGeom prst="rect">
            <a:avLst/>
          </a:prstGeom>
          <a:noFill/>
          <a:ln>
            <a:noFill/>
          </a:ln>
          <a:effectLst>
            <a:outerShdw blurRad="50800" rotWithShape="0" algn="tl" dir="2700000" dist="38100">
              <a:srgbClr val="000000">
                <a:alpha val="40000"/>
              </a:srgbClr>
            </a:outerShdw>
          </a:effectLst>
        </p:spPr>
        <p:txBody>
          <a:bodyPr anchorCtr="0" anchor="ctr" bIns="45700" lIns="91425" spcFirstLastPara="1" rIns="91425" wrap="square" tIns="45700">
            <a:normAutofit fontScale="47500" lnSpcReduction="20000"/>
          </a:bodyPr>
          <a:lstStyle/>
          <a:p>
            <a:pPr indent="0" lvl="0" marL="0" marR="0" rtl="0" algn="ctr">
              <a:spcBef>
                <a:spcPts val="0"/>
              </a:spcBef>
              <a:spcAft>
                <a:spcPts val="0"/>
              </a:spcAft>
              <a:buNone/>
            </a:pPr>
            <a:r>
              <a:t/>
            </a:r>
            <a:endParaRPr b="0" i="0" sz="4400" u="none" cap="none" strike="noStrike">
              <a:solidFill>
                <a:srgbClr val="3F3F3F"/>
              </a:solidFill>
              <a:latin typeface="Palatino Linotype"/>
              <a:ea typeface="Palatino Linotype"/>
              <a:cs typeface="Palatino Linotype"/>
              <a:sym typeface="Palatino Linotype"/>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
          <p:cNvPicPr preferRelativeResize="0"/>
          <p:nvPr/>
        </p:nvPicPr>
        <p:blipFill rotWithShape="1">
          <a:blip r:embed="rId3">
            <a:alphaModFix/>
          </a:blip>
          <a:srcRect b="0" l="0" r="0" t="0"/>
          <a:stretch/>
        </p:blipFill>
        <p:spPr>
          <a:xfrm>
            <a:off x="4800600" y="381001"/>
            <a:ext cx="4088719" cy="3827861"/>
          </a:xfrm>
          <a:prstGeom prst="rect">
            <a:avLst/>
          </a:prstGeom>
          <a:noFill/>
          <a:ln>
            <a:noFill/>
          </a:ln>
        </p:spPr>
      </p:pic>
      <p:sp>
        <p:nvSpPr>
          <p:cNvPr id="98" name="Google Shape;98;p1"/>
          <p:cNvSpPr txBox="1"/>
          <p:nvPr>
            <p:ph idx="1" type="subTitle"/>
          </p:nvPr>
        </p:nvSpPr>
        <p:spPr>
          <a:xfrm>
            <a:off x="464537" y="3886200"/>
            <a:ext cx="8214926" cy="3505200"/>
          </a:xfrm>
          <a:prstGeom prst="rect">
            <a:avLst/>
          </a:prstGeom>
          <a:noFill/>
          <a:ln>
            <a:noFill/>
          </a:ln>
        </p:spPr>
        <p:txBody>
          <a:bodyPr anchorCtr="0" anchor="t" bIns="45700" lIns="0" spcFirstLastPara="1" rIns="91425" wrap="square" tIns="45700">
            <a:normAutofit/>
          </a:bodyPr>
          <a:lstStyle/>
          <a:p>
            <a:pPr indent="0" lvl="0" marL="0" rtl="0" algn="l">
              <a:spcBef>
                <a:spcPts val="0"/>
              </a:spcBef>
              <a:spcAft>
                <a:spcPts val="0"/>
              </a:spcAft>
              <a:buSzPts val="3600"/>
              <a:buNone/>
            </a:pPr>
            <a:r>
              <a:rPr b="1" lang="en-US" sz="3600">
                <a:solidFill>
                  <a:srgbClr val="003C60"/>
                </a:solidFill>
              </a:rPr>
              <a:t>Delta Strategies Introduction</a:t>
            </a:r>
            <a:endParaRPr/>
          </a:p>
          <a:p>
            <a:pPr indent="0" lvl="0" marL="0" rtl="0" algn="l">
              <a:spcBef>
                <a:spcPts val="600"/>
              </a:spcBef>
              <a:spcAft>
                <a:spcPts val="0"/>
              </a:spcAft>
              <a:buSzPts val="1600"/>
              <a:buNone/>
            </a:pPr>
            <a:r>
              <a:t/>
            </a:r>
            <a:endParaRPr b="1" sz="1600"/>
          </a:p>
          <a:p>
            <a:pPr indent="0" lvl="0" marL="0" rtl="0" algn="l">
              <a:spcBef>
                <a:spcPts val="600"/>
              </a:spcBef>
              <a:spcAft>
                <a:spcPts val="0"/>
              </a:spcAft>
              <a:buSzPts val="1600"/>
              <a:buNone/>
            </a:pPr>
            <a:r>
              <a:t/>
            </a:r>
            <a:endParaRPr b="1" sz="1600"/>
          </a:p>
          <a:p>
            <a:pPr indent="0" lvl="0" marL="0" rtl="0" algn="l">
              <a:spcBef>
                <a:spcPts val="600"/>
              </a:spcBef>
              <a:spcAft>
                <a:spcPts val="0"/>
              </a:spcAft>
              <a:buSzPts val="1600"/>
              <a:buNone/>
            </a:pPr>
            <a:r>
              <a:rPr b="1" lang="en-US" sz="1600"/>
              <a:t>June 2026</a:t>
            </a:r>
            <a:endParaRPr/>
          </a:p>
          <a:p>
            <a:pPr indent="0" lvl="0" marL="0" rtl="0" algn="l">
              <a:spcBef>
                <a:spcPts val="600"/>
              </a:spcBef>
              <a:spcAft>
                <a:spcPts val="0"/>
              </a:spcAft>
              <a:buSzPts val="1600"/>
              <a:buNone/>
            </a:pPr>
            <a:r>
              <a:rPr b="1" lang="en-US" sz="1600"/>
              <a:t>Sadat Mannan  </a:t>
            </a:r>
            <a:endParaRPr/>
          </a:p>
          <a:p>
            <a:pPr indent="0" lvl="0" marL="0" rtl="0" algn="l">
              <a:spcBef>
                <a:spcPts val="600"/>
              </a:spcBef>
              <a:spcAft>
                <a:spcPts val="0"/>
              </a:spcAft>
              <a:buSzPts val="1600"/>
              <a:buNone/>
            </a:pPr>
            <a:r>
              <a:rPr b="1" lang="en-US" sz="1600"/>
              <a:t>[ s.mannan@deltacapitalresearch.com ; +44 7876 558 440 ]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txBox="1"/>
          <p:nvPr>
            <p:ph type="title"/>
          </p:nvPr>
        </p:nvSpPr>
        <p:spPr>
          <a:xfrm>
            <a:off x="457200" y="454025"/>
            <a:ext cx="8229600" cy="722313"/>
          </a:xfrm>
          <a:prstGeom prst="rect">
            <a:avLst/>
          </a:prstGeom>
          <a:noFill/>
          <a:ln>
            <a:noFill/>
          </a:ln>
        </p:spPr>
        <p:txBody>
          <a:bodyPr anchorCtr="0" anchor="b" bIns="18275" lIns="91425" spcFirstLastPara="1" rIns="91425" wrap="square" tIns="0">
            <a:normAutofit/>
          </a:bodyPr>
          <a:lstStyle/>
          <a:p>
            <a:pPr indent="0" lvl="0" marL="0" rtl="0" algn="l">
              <a:spcBef>
                <a:spcPts val="0"/>
              </a:spcBef>
              <a:spcAft>
                <a:spcPts val="0"/>
              </a:spcAft>
              <a:buClr>
                <a:srgbClr val="174A7C"/>
              </a:buClr>
              <a:buSzPts val="2400"/>
              <a:buFont typeface="Calibri"/>
              <a:buNone/>
            </a:pPr>
            <a:r>
              <a:rPr lang="en-US"/>
              <a:t>Optimisation viewed as higher output with lower inputs</a:t>
            </a:r>
            <a:endParaRPr/>
          </a:p>
        </p:txBody>
      </p:sp>
      <p:sp>
        <p:nvSpPr>
          <p:cNvPr id="104" name="Google Shape;104;p2"/>
          <p:cNvSpPr txBox="1"/>
          <p:nvPr>
            <p:ph idx="2" type="body"/>
          </p:nvPr>
        </p:nvSpPr>
        <p:spPr>
          <a:xfrm>
            <a:off x="457200" y="1219200"/>
            <a:ext cx="2743200" cy="14630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b="1" lang="en-US" sz="1400"/>
              <a:t>Incremental efficiency gains in practice at SpaceX</a:t>
            </a:r>
            <a:endParaRPr/>
          </a:p>
        </p:txBody>
      </p:sp>
      <p:pic>
        <p:nvPicPr>
          <p:cNvPr id="105" name="Google Shape;105;p2"/>
          <p:cNvPicPr preferRelativeResize="0"/>
          <p:nvPr/>
        </p:nvPicPr>
        <p:blipFill rotWithShape="1">
          <a:blip r:embed="rId3">
            <a:alphaModFix/>
          </a:blip>
          <a:srcRect b="0" l="3158" r="3158" t="0"/>
          <a:stretch/>
        </p:blipFill>
        <p:spPr>
          <a:xfrm>
            <a:off x="3124200" y="1219200"/>
            <a:ext cx="4741875" cy="3276600"/>
          </a:xfrm>
          <a:prstGeom prst="rect">
            <a:avLst/>
          </a:prstGeom>
          <a:noFill/>
          <a:ln>
            <a:noFill/>
          </a:ln>
        </p:spPr>
      </p:pic>
      <p:graphicFrame>
        <p:nvGraphicFramePr>
          <p:cNvPr id="106" name="Google Shape;106;p2"/>
          <p:cNvGraphicFramePr/>
          <p:nvPr/>
        </p:nvGraphicFramePr>
        <p:xfrm>
          <a:off x="1981200" y="4450080"/>
          <a:ext cx="3000000" cy="3000000"/>
        </p:xfrm>
        <a:graphic>
          <a:graphicData uri="http://schemas.openxmlformats.org/drawingml/2006/table">
            <a:tbl>
              <a:tblPr bandRow="1" firstRow="1">
                <a:noFill/>
                <a:tableStyleId>{C3601326-7664-4D7C-B09F-3C22CD96799B}</a:tableStyleId>
              </a:tblPr>
              <a:tblGrid>
                <a:gridCol w="1325875"/>
                <a:gridCol w="1493525"/>
                <a:gridCol w="1524000"/>
                <a:gridCol w="1524000"/>
                <a:gridCol w="762000"/>
              </a:tblGrid>
              <a:tr h="370850">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ctr">
                        <a:spcBef>
                          <a:spcPts val="0"/>
                        </a:spcBef>
                        <a:spcAft>
                          <a:spcPts val="0"/>
                        </a:spcAft>
                        <a:buNone/>
                      </a:pPr>
                      <a:r>
                        <a:rPr lang="en-US" sz="1200"/>
                        <a:t>Raptor 1</a:t>
                      </a:r>
                      <a:endParaRPr/>
                    </a:p>
                  </a:txBody>
                  <a:tcPr marT="45725" marB="45725" marR="91450" marL="91450"/>
                </a:tc>
                <a:tc>
                  <a:txBody>
                    <a:bodyPr/>
                    <a:lstStyle/>
                    <a:p>
                      <a:pPr indent="0" lvl="0" marL="0" marR="0" rtl="0" algn="ctr">
                        <a:spcBef>
                          <a:spcPts val="0"/>
                        </a:spcBef>
                        <a:spcAft>
                          <a:spcPts val="0"/>
                        </a:spcAft>
                        <a:buNone/>
                      </a:pPr>
                      <a:r>
                        <a:rPr lang="en-US" sz="1200"/>
                        <a:t>Raptor 2</a:t>
                      </a:r>
                      <a:endParaRPr/>
                    </a:p>
                  </a:txBody>
                  <a:tcPr marT="45725" marB="45725" marR="91450" marL="91450"/>
                </a:tc>
                <a:tc>
                  <a:txBody>
                    <a:bodyPr/>
                    <a:lstStyle/>
                    <a:p>
                      <a:pPr indent="0" lvl="0" marL="0" marR="0" rtl="0" algn="ctr">
                        <a:spcBef>
                          <a:spcPts val="0"/>
                        </a:spcBef>
                        <a:spcAft>
                          <a:spcPts val="0"/>
                        </a:spcAft>
                        <a:buNone/>
                      </a:pPr>
                      <a:r>
                        <a:rPr b="1" lang="en-US" sz="1200"/>
                        <a:t>Raptor 3</a:t>
                      </a:r>
                      <a:endParaRPr/>
                    </a:p>
                  </a:txBody>
                  <a:tcPr marT="45725" marB="45725" marR="91450" marL="91450"/>
                </a:tc>
                <a:tc>
                  <a:txBody>
                    <a:bodyPr/>
                    <a:lstStyle/>
                    <a:p>
                      <a:pPr indent="0" lvl="0" marL="0" marR="0" rtl="0" algn="ctr">
                        <a:spcBef>
                          <a:spcPts val="0"/>
                        </a:spcBef>
                        <a:spcAft>
                          <a:spcPts val="0"/>
                        </a:spcAft>
                        <a:buNone/>
                      </a:pPr>
                      <a:r>
                        <a:rPr b="1" i="1" lang="en-US" sz="1200"/>
                        <a:t>Raptor X</a:t>
                      </a:r>
                      <a:endParaRPr/>
                    </a:p>
                  </a:txBody>
                  <a:tcPr marT="45725" marB="45725" marR="91450" marL="91450"/>
                </a:tc>
              </a:tr>
              <a:tr h="370850">
                <a:tc>
                  <a:txBody>
                    <a:bodyPr/>
                    <a:lstStyle/>
                    <a:p>
                      <a:pPr indent="0" lvl="0" marL="0" marR="0" rtl="0" algn="l">
                        <a:spcBef>
                          <a:spcPts val="0"/>
                        </a:spcBef>
                        <a:spcAft>
                          <a:spcPts val="0"/>
                        </a:spcAft>
                        <a:buNone/>
                      </a:pPr>
                      <a:r>
                        <a:rPr lang="en-US" sz="1200"/>
                        <a:t>Mass</a:t>
                      </a:r>
                      <a:endParaRPr/>
                    </a:p>
                  </a:txBody>
                  <a:tcPr marT="45725" marB="45725" marR="91450" marL="91450"/>
                </a:tc>
                <a:tc>
                  <a:txBody>
                    <a:bodyPr/>
                    <a:lstStyle/>
                    <a:p>
                      <a:pPr indent="0" lvl="0" marL="0" marR="0" rtl="0" algn="ctr">
                        <a:spcBef>
                          <a:spcPts val="0"/>
                        </a:spcBef>
                        <a:spcAft>
                          <a:spcPts val="0"/>
                        </a:spcAft>
                        <a:buNone/>
                      </a:pPr>
                      <a:r>
                        <a:rPr lang="en-US" sz="1200"/>
                        <a:t>2,000 kg</a:t>
                      </a:r>
                      <a:endParaRPr/>
                    </a:p>
                  </a:txBody>
                  <a:tcPr marT="45725" marB="45725" marR="91450" marL="91450"/>
                </a:tc>
                <a:tc>
                  <a:txBody>
                    <a:bodyPr/>
                    <a:lstStyle/>
                    <a:p>
                      <a:pPr indent="0" lvl="0" marL="0" marR="0" rtl="0" algn="ctr">
                        <a:spcBef>
                          <a:spcPts val="0"/>
                        </a:spcBef>
                        <a:spcAft>
                          <a:spcPts val="0"/>
                        </a:spcAft>
                        <a:buNone/>
                      </a:pPr>
                      <a:r>
                        <a:rPr lang="en-US" sz="1200"/>
                        <a:t>1,600 kg</a:t>
                      </a:r>
                      <a:endParaRPr/>
                    </a:p>
                  </a:txBody>
                  <a:tcPr marT="45725" marB="45725" marR="91450" marL="91450"/>
                </a:tc>
                <a:tc>
                  <a:txBody>
                    <a:bodyPr/>
                    <a:lstStyle/>
                    <a:p>
                      <a:pPr indent="0" lvl="0" marL="0" marR="0" rtl="0" algn="ctr">
                        <a:spcBef>
                          <a:spcPts val="0"/>
                        </a:spcBef>
                        <a:spcAft>
                          <a:spcPts val="0"/>
                        </a:spcAft>
                        <a:buNone/>
                      </a:pPr>
                      <a:r>
                        <a:rPr b="1" lang="en-US" sz="1200"/>
                        <a:t>1,400 kg</a:t>
                      </a:r>
                      <a:endParaRPr/>
                    </a:p>
                  </a:txBody>
                  <a:tcPr marT="45725" marB="45725" marR="91450" marL="91450"/>
                </a:tc>
                <a:tc>
                  <a:txBody>
                    <a:bodyPr/>
                    <a:lstStyle/>
                    <a:p>
                      <a:pPr indent="0" lvl="0" marL="0" marR="0" rtl="0" algn="ctr">
                        <a:spcBef>
                          <a:spcPts val="0"/>
                        </a:spcBef>
                        <a:spcAft>
                          <a:spcPts val="0"/>
                        </a:spcAft>
                        <a:buNone/>
                      </a:pPr>
                      <a:r>
                        <a:rPr b="1" i="1" lang="en-US" sz="1200"/>
                        <a:t>1,100 kg</a:t>
                      </a:r>
                      <a:endParaRPr/>
                    </a:p>
                  </a:txBody>
                  <a:tcPr marT="45725" marB="45725" marR="91450" marL="91450"/>
                </a:tc>
              </a:tr>
              <a:tr h="370850">
                <a:tc>
                  <a:txBody>
                    <a:bodyPr/>
                    <a:lstStyle/>
                    <a:p>
                      <a:pPr indent="0" lvl="0" marL="0" marR="0" rtl="0" algn="l">
                        <a:spcBef>
                          <a:spcPts val="0"/>
                        </a:spcBef>
                        <a:spcAft>
                          <a:spcPts val="0"/>
                        </a:spcAft>
                        <a:buNone/>
                      </a:pPr>
                      <a:r>
                        <a:rPr lang="en-US" sz="1200"/>
                        <a:t>Thrust</a:t>
                      </a:r>
                      <a:endParaRPr/>
                    </a:p>
                  </a:txBody>
                  <a:tcPr marT="45725" marB="45725" marR="91450" marL="91450"/>
                </a:tc>
                <a:tc>
                  <a:txBody>
                    <a:bodyPr/>
                    <a:lstStyle/>
                    <a:p>
                      <a:pPr indent="0" lvl="0" marL="0" marR="0" rtl="0" algn="ctr">
                        <a:spcBef>
                          <a:spcPts val="0"/>
                        </a:spcBef>
                        <a:spcAft>
                          <a:spcPts val="0"/>
                        </a:spcAft>
                        <a:buNone/>
                      </a:pPr>
                      <a:r>
                        <a:rPr lang="en-US" sz="1200"/>
                        <a:t>185 tons</a:t>
                      </a:r>
                      <a:endParaRPr/>
                    </a:p>
                  </a:txBody>
                  <a:tcPr marT="45725" marB="45725" marR="91450" marL="91450"/>
                </a:tc>
                <a:tc>
                  <a:txBody>
                    <a:bodyPr/>
                    <a:lstStyle/>
                    <a:p>
                      <a:pPr indent="0" lvl="0" marL="0" marR="0" rtl="0" algn="ctr">
                        <a:spcBef>
                          <a:spcPts val="0"/>
                        </a:spcBef>
                        <a:spcAft>
                          <a:spcPts val="0"/>
                        </a:spcAft>
                        <a:buNone/>
                      </a:pPr>
                      <a:r>
                        <a:rPr lang="en-US" sz="1200"/>
                        <a:t>230 tons</a:t>
                      </a:r>
                      <a:endParaRPr/>
                    </a:p>
                  </a:txBody>
                  <a:tcPr marT="45725" marB="45725" marR="91450" marL="91450"/>
                </a:tc>
                <a:tc>
                  <a:txBody>
                    <a:bodyPr/>
                    <a:lstStyle/>
                    <a:p>
                      <a:pPr indent="0" lvl="0" marL="0" marR="0" rtl="0" algn="ctr">
                        <a:spcBef>
                          <a:spcPts val="0"/>
                        </a:spcBef>
                        <a:spcAft>
                          <a:spcPts val="0"/>
                        </a:spcAft>
                        <a:buNone/>
                      </a:pPr>
                      <a:r>
                        <a:rPr b="1" lang="en-US" sz="1200"/>
                        <a:t>269 tons</a:t>
                      </a:r>
                      <a:endParaRPr/>
                    </a:p>
                  </a:txBody>
                  <a:tcPr marT="45725" marB="45725" marR="91450" marL="91450"/>
                </a:tc>
                <a:tc>
                  <a:txBody>
                    <a:bodyPr/>
                    <a:lstStyle/>
                    <a:p>
                      <a:pPr indent="0" lvl="0" marL="0" marR="0" rtl="0" algn="ctr">
                        <a:spcBef>
                          <a:spcPts val="0"/>
                        </a:spcBef>
                        <a:spcAft>
                          <a:spcPts val="0"/>
                        </a:spcAft>
                        <a:buNone/>
                      </a:pPr>
                      <a:r>
                        <a:rPr b="1" i="1" lang="en-US" sz="1200"/>
                        <a:t>320 tons</a:t>
                      </a:r>
                      <a:endParaRPr/>
                    </a:p>
                  </a:txBody>
                  <a:tcPr marT="45725" marB="45725" marR="91450" marL="91450"/>
                </a:tc>
              </a:tr>
              <a:tr h="370850">
                <a:tc>
                  <a:txBody>
                    <a:bodyPr/>
                    <a:lstStyle/>
                    <a:p>
                      <a:pPr indent="0" lvl="0" marL="0" marR="0" rtl="0" algn="l">
                        <a:spcBef>
                          <a:spcPts val="0"/>
                        </a:spcBef>
                        <a:spcAft>
                          <a:spcPts val="0"/>
                        </a:spcAft>
                        <a:buNone/>
                      </a:pPr>
                      <a:r>
                        <a:rPr lang="en-US" sz="1200"/>
                        <a:t>Chamber Pressure</a:t>
                      </a:r>
                      <a:endParaRPr/>
                    </a:p>
                  </a:txBody>
                  <a:tcPr marT="45725" marB="45725" marR="91450" marL="91450"/>
                </a:tc>
                <a:tc>
                  <a:txBody>
                    <a:bodyPr/>
                    <a:lstStyle/>
                    <a:p>
                      <a:pPr indent="0" lvl="0" marL="0" marR="0" rtl="0" algn="ctr">
                        <a:spcBef>
                          <a:spcPts val="0"/>
                        </a:spcBef>
                        <a:spcAft>
                          <a:spcPts val="0"/>
                        </a:spcAft>
                        <a:buNone/>
                      </a:pPr>
                      <a:r>
                        <a:rPr lang="en-US" sz="1200"/>
                        <a:t>250 bar</a:t>
                      </a:r>
                      <a:endParaRPr/>
                    </a:p>
                  </a:txBody>
                  <a:tcPr marT="45725" marB="45725" marR="91450" marL="91450"/>
                </a:tc>
                <a:tc>
                  <a:txBody>
                    <a:bodyPr/>
                    <a:lstStyle/>
                    <a:p>
                      <a:pPr indent="0" lvl="0" marL="0" marR="0" rtl="0" algn="ctr">
                        <a:spcBef>
                          <a:spcPts val="0"/>
                        </a:spcBef>
                        <a:spcAft>
                          <a:spcPts val="0"/>
                        </a:spcAft>
                        <a:buNone/>
                      </a:pPr>
                      <a:r>
                        <a:rPr lang="en-US" sz="1200"/>
                        <a:t>300 bar</a:t>
                      </a:r>
                      <a:endParaRPr/>
                    </a:p>
                  </a:txBody>
                  <a:tcPr marT="45725" marB="45725" marR="91450" marL="91450"/>
                </a:tc>
                <a:tc>
                  <a:txBody>
                    <a:bodyPr/>
                    <a:lstStyle/>
                    <a:p>
                      <a:pPr indent="0" lvl="0" marL="0" marR="0" rtl="0" algn="ctr">
                        <a:spcBef>
                          <a:spcPts val="0"/>
                        </a:spcBef>
                        <a:spcAft>
                          <a:spcPts val="0"/>
                        </a:spcAft>
                        <a:buNone/>
                      </a:pPr>
                      <a:r>
                        <a:rPr b="1" lang="en-US" sz="1200"/>
                        <a:t>350 bar</a:t>
                      </a:r>
                      <a:endParaRPr/>
                    </a:p>
                  </a:txBody>
                  <a:tcPr marT="45725" marB="45725" marR="91450" marL="91450"/>
                </a:tc>
                <a:tc>
                  <a:txBody>
                    <a:bodyPr/>
                    <a:lstStyle/>
                    <a:p>
                      <a:pPr indent="0" lvl="0" marL="0" marR="0" rtl="0" algn="ctr">
                        <a:spcBef>
                          <a:spcPts val="0"/>
                        </a:spcBef>
                        <a:spcAft>
                          <a:spcPts val="0"/>
                        </a:spcAft>
                        <a:buNone/>
                      </a:pPr>
                      <a:r>
                        <a:rPr b="1" i="1" lang="en-US" sz="1200"/>
                        <a:t>450 bar</a:t>
                      </a:r>
                      <a:endParaRPr/>
                    </a:p>
                  </a:txBody>
                  <a:tcPr marT="45725" marB="45725" marR="91450" marL="91450"/>
                </a:tc>
              </a:tr>
              <a:tr h="370850">
                <a:tc>
                  <a:txBody>
                    <a:bodyPr/>
                    <a:lstStyle/>
                    <a:p>
                      <a:pPr indent="0" lvl="0" marL="0" marR="0" rtl="0" algn="l">
                        <a:spcBef>
                          <a:spcPts val="0"/>
                        </a:spcBef>
                        <a:spcAft>
                          <a:spcPts val="0"/>
                        </a:spcAft>
                        <a:buNone/>
                      </a:pPr>
                      <a:r>
                        <a:rPr lang="en-US" sz="1200"/>
                        <a:t>TW Ratio engine Only</a:t>
                      </a:r>
                      <a:endParaRPr/>
                    </a:p>
                  </a:txBody>
                  <a:tcPr marT="45725" marB="45725" marR="91450" marL="91450"/>
                </a:tc>
                <a:tc>
                  <a:txBody>
                    <a:bodyPr/>
                    <a:lstStyle/>
                    <a:p>
                      <a:pPr indent="0" lvl="0" marL="0" marR="0" rtl="0" algn="ctr">
                        <a:spcBef>
                          <a:spcPts val="0"/>
                        </a:spcBef>
                        <a:spcAft>
                          <a:spcPts val="0"/>
                        </a:spcAft>
                        <a:buNone/>
                      </a:pPr>
                      <a:r>
                        <a:rPr lang="en-US" sz="1200"/>
                        <a:t>93</a:t>
                      </a:r>
                      <a:endParaRPr/>
                    </a:p>
                  </a:txBody>
                  <a:tcPr marT="45725" marB="45725" marR="91450" marL="91450"/>
                </a:tc>
                <a:tc>
                  <a:txBody>
                    <a:bodyPr/>
                    <a:lstStyle/>
                    <a:p>
                      <a:pPr indent="0" lvl="0" marL="0" marR="0" rtl="0" algn="ctr">
                        <a:spcBef>
                          <a:spcPts val="0"/>
                        </a:spcBef>
                        <a:spcAft>
                          <a:spcPts val="0"/>
                        </a:spcAft>
                        <a:buNone/>
                      </a:pPr>
                      <a:r>
                        <a:rPr lang="en-US" sz="1200"/>
                        <a:t>144</a:t>
                      </a:r>
                      <a:endParaRPr/>
                    </a:p>
                  </a:txBody>
                  <a:tcPr marT="45725" marB="45725" marR="91450" marL="91450"/>
                </a:tc>
                <a:tc>
                  <a:txBody>
                    <a:bodyPr/>
                    <a:lstStyle/>
                    <a:p>
                      <a:pPr indent="0" lvl="0" marL="0" marR="0" rtl="0" algn="ctr">
                        <a:spcBef>
                          <a:spcPts val="0"/>
                        </a:spcBef>
                        <a:spcAft>
                          <a:spcPts val="0"/>
                        </a:spcAft>
                        <a:buNone/>
                      </a:pPr>
                      <a:r>
                        <a:rPr b="1" lang="en-US" sz="1200"/>
                        <a:t>192</a:t>
                      </a:r>
                      <a:endParaRPr/>
                    </a:p>
                  </a:txBody>
                  <a:tcPr marT="45725" marB="45725" marR="91450" marL="91450"/>
                </a:tc>
                <a:tc>
                  <a:txBody>
                    <a:bodyPr/>
                    <a:lstStyle/>
                    <a:p>
                      <a:pPr indent="0" lvl="0" marL="0" marR="0" rtl="0" algn="ctr">
                        <a:spcBef>
                          <a:spcPts val="0"/>
                        </a:spcBef>
                        <a:spcAft>
                          <a:spcPts val="0"/>
                        </a:spcAft>
                        <a:buNone/>
                      </a:pPr>
                      <a:r>
                        <a:rPr b="1" i="1" lang="en-US" sz="1200"/>
                        <a:t>267</a:t>
                      </a:r>
                      <a:endParaRPr/>
                    </a:p>
                  </a:txBody>
                  <a:tcPr marT="45725" marB="45725" marR="91450" marL="91450"/>
                </a:tc>
              </a:tr>
            </a:tbl>
          </a:graphicData>
        </a:graphic>
      </p:graphicFrame>
      <p:sp>
        <p:nvSpPr>
          <p:cNvPr id="107" name="Google Shape;107;p2"/>
          <p:cNvSpPr txBox="1"/>
          <p:nvPr/>
        </p:nvSpPr>
        <p:spPr>
          <a:xfrm>
            <a:off x="532859" y="6477000"/>
            <a:ext cx="6096541"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chemeClr val="dk1"/>
                </a:solidFill>
                <a:latin typeface="Arial"/>
                <a:ea typeface="Arial"/>
                <a:cs typeface="Arial"/>
                <a:sym typeface="Arial"/>
              </a:rPr>
              <a:t>https://www.nextbigfuture.com/2024/08/spacex-reveals-raptor-3-engine-and-specifications.html</a:t>
            </a:r>
            <a:endParaRPr/>
          </a:p>
        </p:txBody>
      </p:sp>
      <p:pic>
        <p:nvPicPr>
          <p:cNvPr id="108" name="Google Shape;108;p2"/>
          <p:cNvPicPr preferRelativeResize="0"/>
          <p:nvPr/>
        </p:nvPicPr>
        <p:blipFill rotWithShape="1">
          <a:blip r:embed="rId4">
            <a:alphaModFix/>
          </a:blip>
          <a:srcRect b="0" l="0" r="0" t="0"/>
          <a:stretch/>
        </p:blipFill>
        <p:spPr>
          <a:xfrm>
            <a:off x="7620000" y="135035"/>
            <a:ext cx="1080156" cy="101124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3"/>
          <p:cNvSpPr txBox="1"/>
          <p:nvPr>
            <p:ph type="title"/>
          </p:nvPr>
        </p:nvSpPr>
        <p:spPr>
          <a:xfrm>
            <a:off x="457200" y="454025"/>
            <a:ext cx="8229600" cy="722313"/>
          </a:xfrm>
          <a:prstGeom prst="rect">
            <a:avLst/>
          </a:prstGeom>
          <a:noFill/>
          <a:ln>
            <a:noFill/>
          </a:ln>
        </p:spPr>
        <p:txBody>
          <a:bodyPr anchorCtr="0" anchor="b" bIns="18275" lIns="91425" spcFirstLastPara="1" rIns="91425" wrap="square" tIns="0">
            <a:normAutofit/>
          </a:bodyPr>
          <a:lstStyle/>
          <a:p>
            <a:pPr indent="0" lvl="0" marL="0" rtl="0" algn="l">
              <a:spcBef>
                <a:spcPts val="0"/>
              </a:spcBef>
              <a:spcAft>
                <a:spcPts val="0"/>
              </a:spcAft>
              <a:buClr>
                <a:srgbClr val="174A7C"/>
              </a:buClr>
              <a:buSzPts val="2400"/>
              <a:buFont typeface="Calibri"/>
              <a:buNone/>
            </a:pPr>
            <a:r>
              <a:rPr lang="en-US"/>
              <a:t>Delta Strategies – Example Services</a:t>
            </a:r>
            <a:endParaRPr b="0" baseline="30000"/>
          </a:p>
        </p:txBody>
      </p:sp>
      <p:sp>
        <p:nvSpPr>
          <p:cNvPr id="115" name="Google Shape;115;p3"/>
          <p:cNvSpPr txBox="1"/>
          <p:nvPr/>
        </p:nvSpPr>
        <p:spPr>
          <a:xfrm>
            <a:off x="457200" y="1219200"/>
            <a:ext cx="8229600" cy="3986210"/>
          </a:xfrm>
          <a:prstGeom prst="rect">
            <a:avLst/>
          </a:prstGeom>
          <a:noFill/>
          <a:ln>
            <a:noFill/>
          </a:ln>
        </p:spPr>
        <p:txBody>
          <a:bodyPr anchorCtr="0" anchor="t" bIns="45700" lIns="91425" spcFirstLastPara="1" rIns="91425" wrap="square" tIns="45700">
            <a:noAutofit/>
          </a:bodyPr>
          <a:lstStyle/>
          <a:p>
            <a:pPr indent="-231775" lvl="0" marL="231775" marR="0" rtl="0" algn="just">
              <a:spcBef>
                <a:spcPts val="0"/>
              </a:spcBef>
              <a:spcAft>
                <a:spcPts val="0"/>
              </a:spcAft>
              <a:buClr>
                <a:schemeClr val="accent1"/>
              </a:buClr>
              <a:buSzPts val="1200"/>
              <a:buFont typeface="Calibri"/>
              <a:buAutoNum type="arabicPeriod"/>
            </a:pPr>
            <a:r>
              <a:rPr b="1" lang="en-US" sz="1200">
                <a:solidFill>
                  <a:srgbClr val="000000"/>
                </a:solidFill>
                <a:latin typeface="Arial"/>
                <a:ea typeface="Arial"/>
                <a:cs typeface="Arial"/>
                <a:sym typeface="Arial"/>
              </a:rPr>
              <a:t>Creation of a Trade level, incremental, view of cash, collateral, margin, carry, risk and risk Greeks. This view then rolls up to Position, Issuer, Strategy, Portfolio Manager, Fund, CIO and Investor levels.</a:t>
            </a:r>
            <a:endParaRPr/>
          </a:p>
          <a:p>
            <a:pPr indent="-155575" lvl="0" marL="231775" marR="0" rtl="0" algn="just">
              <a:spcBef>
                <a:spcPts val="600"/>
              </a:spcBef>
              <a:spcAft>
                <a:spcPts val="0"/>
              </a:spcAft>
              <a:buClr>
                <a:schemeClr val="accent1"/>
              </a:buClr>
              <a:buSzPts val="1200"/>
              <a:buFont typeface="Calibri"/>
              <a:buNone/>
            </a:pPr>
            <a:r>
              <a:t/>
            </a:r>
            <a:endParaRPr b="1" sz="1200">
              <a:solidFill>
                <a:srgbClr val="000000"/>
              </a:solidFill>
              <a:latin typeface="Arial"/>
              <a:ea typeface="Arial"/>
              <a:cs typeface="Arial"/>
              <a:sym typeface="Arial"/>
            </a:endParaRPr>
          </a:p>
          <a:p>
            <a:pPr indent="-231775" lvl="0" marL="231775" marR="0" rtl="0" algn="just">
              <a:spcBef>
                <a:spcPts val="600"/>
              </a:spcBef>
              <a:spcAft>
                <a:spcPts val="0"/>
              </a:spcAft>
              <a:buClr>
                <a:schemeClr val="accent1"/>
              </a:buClr>
              <a:buSzPts val="1200"/>
              <a:buFont typeface="Calibri"/>
              <a:buAutoNum type="arabicPeriod"/>
            </a:pPr>
            <a:r>
              <a:rPr b="1" lang="en-US" sz="1200">
                <a:solidFill>
                  <a:srgbClr val="000000"/>
                </a:solidFill>
                <a:latin typeface="Arial"/>
                <a:ea typeface="Arial"/>
                <a:cs typeface="Arial"/>
                <a:sym typeface="Arial"/>
              </a:rPr>
              <a:t>Replication of counterparty / exchange margin methodologies to verify margin calls and generate margin forecasts (T+0 look ahead).</a:t>
            </a:r>
            <a:endParaRPr/>
          </a:p>
          <a:p>
            <a:pPr indent="-155575" lvl="0" marL="231775" marR="0" rtl="0" algn="just">
              <a:spcBef>
                <a:spcPts val="600"/>
              </a:spcBef>
              <a:spcAft>
                <a:spcPts val="0"/>
              </a:spcAft>
              <a:buClr>
                <a:schemeClr val="accent1"/>
              </a:buClr>
              <a:buSzPts val="1200"/>
              <a:buFont typeface="Calibri"/>
              <a:buNone/>
            </a:pPr>
            <a:r>
              <a:t/>
            </a:r>
            <a:endParaRPr b="1" sz="1200">
              <a:solidFill>
                <a:srgbClr val="000000"/>
              </a:solidFill>
              <a:latin typeface="Arial"/>
              <a:ea typeface="Arial"/>
              <a:cs typeface="Arial"/>
              <a:sym typeface="Arial"/>
            </a:endParaRPr>
          </a:p>
          <a:p>
            <a:pPr indent="-231775" lvl="0" marL="231775" marR="0" rtl="0" algn="just">
              <a:spcBef>
                <a:spcPts val="600"/>
              </a:spcBef>
              <a:spcAft>
                <a:spcPts val="0"/>
              </a:spcAft>
              <a:buClr>
                <a:schemeClr val="accent1"/>
              </a:buClr>
              <a:buSzPts val="1200"/>
              <a:buFont typeface="Calibri"/>
              <a:buAutoNum type="arabicPeriod"/>
            </a:pPr>
            <a:r>
              <a:rPr b="1" lang="en-US" sz="1200">
                <a:solidFill>
                  <a:srgbClr val="000000"/>
                </a:solidFill>
                <a:latin typeface="Arial"/>
                <a:ea typeface="Arial"/>
                <a:cs typeface="Arial"/>
                <a:sym typeface="Arial"/>
              </a:rPr>
              <a:t>Explanation of the difference between management Value at Risk (VaR) and Expected Shhortfall vs. actual margins being posted to identify areas of inefficiency and frictions.</a:t>
            </a:r>
            <a:endParaRPr/>
          </a:p>
          <a:p>
            <a:pPr indent="-155575" lvl="0" marL="231775" marR="0" rtl="0" algn="just">
              <a:spcBef>
                <a:spcPts val="600"/>
              </a:spcBef>
              <a:spcAft>
                <a:spcPts val="0"/>
              </a:spcAft>
              <a:buClr>
                <a:schemeClr val="accent1"/>
              </a:buClr>
              <a:buSzPts val="1200"/>
              <a:buFont typeface="Calibri"/>
              <a:buNone/>
            </a:pPr>
            <a:r>
              <a:t/>
            </a:r>
            <a:endParaRPr b="1" sz="1200">
              <a:solidFill>
                <a:srgbClr val="000000"/>
              </a:solidFill>
              <a:latin typeface="Arial"/>
              <a:ea typeface="Arial"/>
              <a:cs typeface="Arial"/>
              <a:sym typeface="Arial"/>
            </a:endParaRPr>
          </a:p>
          <a:p>
            <a:pPr indent="-231775" lvl="0" marL="231775" marR="0" rtl="0" algn="just">
              <a:spcBef>
                <a:spcPts val="600"/>
              </a:spcBef>
              <a:spcAft>
                <a:spcPts val="0"/>
              </a:spcAft>
              <a:buClr>
                <a:schemeClr val="accent1"/>
              </a:buClr>
              <a:buSzPts val="1200"/>
              <a:buFont typeface="Calibri"/>
              <a:buAutoNum type="arabicPeriod"/>
            </a:pPr>
            <a:r>
              <a:rPr b="1" lang="en-US" sz="1200">
                <a:solidFill>
                  <a:srgbClr val="000000"/>
                </a:solidFill>
                <a:latin typeface="Arial"/>
                <a:ea typeface="Arial"/>
                <a:cs typeface="Arial"/>
                <a:sym typeface="Arial"/>
              </a:rPr>
              <a:t>Implementation of unencumbered cash / High Quality Liquid Assets (HQLA) management and investment and risk management policies leading to improved returns on Liquid Assets and cash.</a:t>
            </a:r>
            <a:endParaRPr/>
          </a:p>
          <a:p>
            <a:pPr indent="-155575" lvl="0" marL="231775" marR="0" rtl="0" algn="just">
              <a:spcBef>
                <a:spcPts val="600"/>
              </a:spcBef>
              <a:spcAft>
                <a:spcPts val="0"/>
              </a:spcAft>
              <a:buClr>
                <a:schemeClr val="accent1"/>
              </a:buClr>
              <a:buSzPts val="1200"/>
              <a:buFont typeface="Calibri"/>
              <a:buNone/>
            </a:pPr>
            <a:r>
              <a:t/>
            </a:r>
            <a:endParaRPr b="1" sz="1200">
              <a:solidFill>
                <a:srgbClr val="000000"/>
              </a:solidFill>
              <a:latin typeface="Arial"/>
              <a:ea typeface="Arial"/>
              <a:cs typeface="Arial"/>
              <a:sym typeface="Arial"/>
            </a:endParaRPr>
          </a:p>
          <a:p>
            <a:pPr indent="-231775" lvl="0" marL="231775" marR="0" rtl="0" algn="just">
              <a:spcBef>
                <a:spcPts val="600"/>
              </a:spcBef>
              <a:spcAft>
                <a:spcPts val="0"/>
              </a:spcAft>
              <a:buClr>
                <a:schemeClr val="accent1"/>
              </a:buClr>
              <a:buSzPts val="1200"/>
              <a:buFont typeface="Calibri"/>
              <a:buAutoNum type="arabicPeriod"/>
            </a:pPr>
            <a:r>
              <a:rPr b="1" lang="en-US" sz="1200">
                <a:solidFill>
                  <a:srgbClr val="000000"/>
                </a:solidFill>
                <a:latin typeface="Arial"/>
                <a:ea typeface="Arial"/>
                <a:cs typeface="Arial"/>
                <a:sym typeface="Arial"/>
              </a:rPr>
              <a:t>Reduction of excess initial margin postings by identifying nettings and offsets.</a:t>
            </a:r>
            <a:endParaRPr/>
          </a:p>
          <a:p>
            <a:pPr indent="-155575" lvl="0" marL="231775" marR="0" rtl="0" algn="just">
              <a:spcBef>
                <a:spcPts val="600"/>
              </a:spcBef>
              <a:spcAft>
                <a:spcPts val="0"/>
              </a:spcAft>
              <a:buClr>
                <a:schemeClr val="accent1"/>
              </a:buClr>
              <a:buSzPts val="1200"/>
              <a:buFont typeface="Calibri"/>
              <a:buNone/>
            </a:pPr>
            <a:r>
              <a:t/>
            </a:r>
            <a:endParaRPr b="1" sz="1200">
              <a:solidFill>
                <a:srgbClr val="000000"/>
              </a:solidFill>
              <a:latin typeface="Arial"/>
              <a:ea typeface="Arial"/>
              <a:cs typeface="Arial"/>
              <a:sym typeface="Arial"/>
            </a:endParaRPr>
          </a:p>
          <a:p>
            <a:pPr indent="-231775" lvl="0" marL="231775" marR="0" rtl="0" algn="just">
              <a:spcBef>
                <a:spcPts val="600"/>
              </a:spcBef>
              <a:spcAft>
                <a:spcPts val="0"/>
              </a:spcAft>
              <a:buClr>
                <a:schemeClr val="accent1"/>
              </a:buClr>
              <a:buSzPts val="1200"/>
              <a:buFont typeface="Calibri"/>
              <a:buAutoNum type="arabicPeriod"/>
            </a:pPr>
            <a:r>
              <a:rPr b="1" lang="en-US" sz="1200">
                <a:solidFill>
                  <a:srgbClr val="000000"/>
                </a:solidFill>
                <a:latin typeface="Arial"/>
                <a:ea typeface="Arial"/>
                <a:cs typeface="Arial"/>
                <a:sym typeface="Arial"/>
              </a:rPr>
              <a:t>Reduction of financing spreads on repos,  prime brokerage and optimisation on the yield of reverse repos.</a:t>
            </a:r>
            <a:endParaRPr/>
          </a:p>
          <a:p>
            <a:pPr indent="-155575" lvl="0" marL="231775" marR="0" rtl="0" algn="just">
              <a:spcBef>
                <a:spcPts val="600"/>
              </a:spcBef>
              <a:spcAft>
                <a:spcPts val="0"/>
              </a:spcAft>
              <a:buClr>
                <a:schemeClr val="accent1"/>
              </a:buClr>
              <a:buSzPts val="1200"/>
              <a:buFont typeface="Calibri"/>
              <a:buNone/>
            </a:pPr>
            <a:r>
              <a:t/>
            </a:r>
            <a:endParaRPr b="1" sz="1200">
              <a:solidFill>
                <a:srgbClr val="000000"/>
              </a:solidFill>
              <a:latin typeface="Arial"/>
              <a:ea typeface="Arial"/>
              <a:cs typeface="Arial"/>
              <a:sym typeface="Arial"/>
            </a:endParaRPr>
          </a:p>
          <a:p>
            <a:pPr indent="-231775" lvl="0" marL="231775" marR="0" rtl="0" algn="just">
              <a:spcBef>
                <a:spcPts val="600"/>
              </a:spcBef>
              <a:spcAft>
                <a:spcPts val="0"/>
              </a:spcAft>
              <a:buClr>
                <a:schemeClr val="accent1"/>
              </a:buClr>
              <a:buSzPts val="1200"/>
              <a:buFont typeface="Calibri"/>
              <a:buAutoNum type="arabicPeriod"/>
            </a:pPr>
            <a:r>
              <a:rPr b="1" lang="en-US" sz="1200">
                <a:solidFill>
                  <a:srgbClr val="000000"/>
                </a:solidFill>
                <a:latin typeface="Arial"/>
                <a:ea typeface="Arial"/>
                <a:cs typeface="Arial"/>
                <a:sym typeface="Arial"/>
              </a:rPr>
              <a:t>Negotiations with Prime Brokers and ISDA counterparties on commercial (balance sheet, specials, resources), treasury, liquidity and risk terms.</a:t>
            </a:r>
            <a:endParaRPr/>
          </a:p>
          <a:p>
            <a:pPr indent="-155575" lvl="0" marL="231775" marR="0" rtl="0" algn="just">
              <a:spcBef>
                <a:spcPts val="600"/>
              </a:spcBef>
              <a:spcAft>
                <a:spcPts val="0"/>
              </a:spcAft>
              <a:buClr>
                <a:schemeClr val="accent1"/>
              </a:buClr>
              <a:buSzPts val="1200"/>
              <a:buFont typeface="Calibri"/>
              <a:buNone/>
            </a:pPr>
            <a:r>
              <a:t/>
            </a:r>
            <a:endParaRPr b="1" sz="1200">
              <a:solidFill>
                <a:srgbClr val="000000"/>
              </a:solidFill>
              <a:latin typeface="Arial"/>
              <a:ea typeface="Arial"/>
              <a:cs typeface="Arial"/>
              <a:sym typeface="Arial"/>
            </a:endParaRPr>
          </a:p>
          <a:p>
            <a:pPr indent="-231775" lvl="0" marL="231775" marR="0" rtl="0" algn="just">
              <a:spcBef>
                <a:spcPts val="600"/>
              </a:spcBef>
              <a:spcAft>
                <a:spcPts val="0"/>
              </a:spcAft>
              <a:buClr>
                <a:schemeClr val="accent1"/>
              </a:buClr>
              <a:buSzPts val="1200"/>
              <a:buFont typeface="Calibri"/>
              <a:buAutoNum type="arabicPeriod"/>
            </a:pPr>
            <a:r>
              <a:rPr b="1" lang="en-US" sz="1200">
                <a:solidFill>
                  <a:srgbClr val="000000"/>
                </a:solidFill>
                <a:latin typeface="Arial"/>
                <a:ea typeface="Arial"/>
                <a:cs typeface="Arial"/>
                <a:sym typeface="Arial"/>
              </a:rPr>
              <a:t>Tracking and publishing the dollar value of enhancements vs the baseline ex-ante run rates.</a:t>
            </a:r>
            <a:endParaRPr/>
          </a:p>
        </p:txBody>
      </p:sp>
      <p:pic>
        <p:nvPicPr>
          <p:cNvPr id="116" name="Google Shape;116;p3"/>
          <p:cNvPicPr preferRelativeResize="0"/>
          <p:nvPr/>
        </p:nvPicPr>
        <p:blipFill rotWithShape="1">
          <a:blip r:embed="rId3">
            <a:alphaModFix/>
          </a:blip>
          <a:srcRect b="0" l="0" r="0" t="0"/>
          <a:stretch/>
        </p:blipFill>
        <p:spPr>
          <a:xfrm>
            <a:off x="7620000" y="135035"/>
            <a:ext cx="1080156" cy="101124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type="title"/>
          </p:nvPr>
        </p:nvSpPr>
        <p:spPr>
          <a:xfrm>
            <a:off x="457200" y="454025"/>
            <a:ext cx="8229600" cy="722313"/>
          </a:xfrm>
          <a:prstGeom prst="rect">
            <a:avLst/>
          </a:prstGeom>
          <a:noFill/>
          <a:ln>
            <a:noFill/>
          </a:ln>
        </p:spPr>
        <p:txBody>
          <a:bodyPr anchorCtr="0" anchor="b" bIns="18275" lIns="91425" spcFirstLastPara="1" rIns="91425" wrap="square" tIns="0">
            <a:normAutofit/>
          </a:bodyPr>
          <a:lstStyle/>
          <a:p>
            <a:pPr indent="0" lvl="0" marL="0" rtl="0" algn="l">
              <a:spcBef>
                <a:spcPts val="0"/>
              </a:spcBef>
              <a:spcAft>
                <a:spcPts val="0"/>
              </a:spcAft>
              <a:buClr>
                <a:srgbClr val="174A7C"/>
              </a:buClr>
              <a:buSzPts val="2400"/>
              <a:buFont typeface="Calibri"/>
              <a:buNone/>
            </a:pPr>
            <a:r>
              <a:rPr lang="en-US"/>
              <a:t>What is our overall goal?</a:t>
            </a:r>
            <a:endParaRPr b="0" baseline="30000"/>
          </a:p>
        </p:txBody>
      </p:sp>
      <p:sp>
        <p:nvSpPr>
          <p:cNvPr id="123" name="Google Shape;123;p4"/>
          <p:cNvSpPr txBox="1"/>
          <p:nvPr/>
        </p:nvSpPr>
        <p:spPr>
          <a:xfrm>
            <a:off x="457200" y="1423990"/>
            <a:ext cx="8229600" cy="3986210"/>
          </a:xfrm>
          <a:prstGeom prst="rect">
            <a:avLst/>
          </a:prstGeom>
          <a:noFill/>
          <a:ln>
            <a:noFill/>
          </a:ln>
        </p:spPr>
        <p:txBody>
          <a:bodyPr anchorCtr="0" anchor="t" bIns="45700" lIns="91425" spcFirstLastPara="1" rIns="91425" wrap="square" tIns="45700">
            <a:noAutofit/>
          </a:bodyPr>
          <a:lstStyle/>
          <a:p>
            <a:pPr indent="-228600" lvl="0" marL="228600" marR="0" rtl="0" algn="just">
              <a:spcBef>
                <a:spcPts val="0"/>
              </a:spcBef>
              <a:spcAft>
                <a:spcPts val="0"/>
              </a:spcAft>
              <a:buClr>
                <a:schemeClr val="accent1"/>
              </a:buClr>
              <a:buSzPts val="1200"/>
              <a:buFont typeface="Noto Sans Symbols"/>
              <a:buAutoNum type="arabicPeriod"/>
            </a:pPr>
            <a:r>
              <a:rPr b="1" lang="en-US" sz="1200">
                <a:solidFill>
                  <a:srgbClr val="000000"/>
                </a:solidFill>
                <a:latin typeface="Arial"/>
                <a:ea typeface="Arial"/>
                <a:cs typeface="Arial"/>
                <a:sym typeface="Arial"/>
              </a:rPr>
              <a:t>Tighter control over repo financing, treasury investment functions, margin, capital, risk and P&amp;L explains.</a:t>
            </a:r>
            <a:endParaRPr/>
          </a:p>
          <a:p>
            <a:pPr indent="-152400" lvl="0" marL="228600" marR="0" rtl="0" algn="just">
              <a:spcBef>
                <a:spcPts val="600"/>
              </a:spcBef>
              <a:spcAft>
                <a:spcPts val="0"/>
              </a:spcAft>
              <a:buClr>
                <a:schemeClr val="accent1"/>
              </a:buClr>
              <a:buSzPts val="1200"/>
              <a:buFont typeface="Noto Sans Symbols"/>
              <a:buNone/>
            </a:pPr>
            <a:r>
              <a:t/>
            </a:r>
            <a:endParaRPr b="1" sz="1200">
              <a:solidFill>
                <a:srgbClr val="000000"/>
              </a:solidFill>
              <a:latin typeface="Arial"/>
              <a:ea typeface="Arial"/>
              <a:cs typeface="Arial"/>
              <a:sym typeface="Arial"/>
            </a:endParaRPr>
          </a:p>
          <a:p>
            <a:pPr indent="-152400" lvl="0" marL="228600" marR="0" rtl="0" algn="just">
              <a:spcBef>
                <a:spcPts val="600"/>
              </a:spcBef>
              <a:spcAft>
                <a:spcPts val="0"/>
              </a:spcAft>
              <a:buClr>
                <a:schemeClr val="accent1"/>
              </a:buClr>
              <a:buSzPts val="1200"/>
              <a:buFont typeface="Noto Sans Symbols"/>
              <a:buNone/>
            </a:pPr>
            <a:r>
              <a:t/>
            </a:r>
            <a:endParaRPr b="1" sz="1200">
              <a:solidFill>
                <a:srgbClr val="000000"/>
              </a:solidFill>
              <a:latin typeface="Arial"/>
              <a:ea typeface="Arial"/>
              <a:cs typeface="Arial"/>
              <a:sym typeface="Arial"/>
            </a:endParaRPr>
          </a:p>
          <a:p>
            <a:pPr indent="-228600" lvl="0" marL="228600" marR="0" rtl="0" algn="just">
              <a:spcBef>
                <a:spcPts val="600"/>
              </a:spcBef>
              <a:spcAft>
                <a:spcPts val="0"/>
              </a:spcAft>
              <a:buClr>
                <a:schemeClr val="accent1"/>
              </a:buClr>
              <a:buSzPts val="1200"/>
              <a:buFont typeface="Noto Sans Symbols"/>
              <a:buAutoNum type="arabicPeriod"/>
            </a:pPr>
            <a:r>
              <a:rPr b="1" lang="en-US" sz="1200">
                <a:solidFill>
                  <a:srgbClr val="000000"/>
                </a:solidFill>
                <a:latin typeface="Arial"/>
                <a:ea typeface="Arial"/>
                <a:cs typeface="Arial"/>
                <a:sym typeface="Arial"/>
              </a:rPr>
              <a:t>Maximize repo carry P&amp;L at an ISIN / position level.</a:t>
            </a:r>
            <a:endParaRPr/>
          </a:p>
          <a:p>
            <a:pPr indent="-152400" lvl="0" marL="228600" marR="0" rtl="0" algn="just">
              <a:spcBef>
                <a:spcPts val="600"/>
              </a:spcBef>
              <a:spcAft>
                <a:spcPts val="0"/>
              </a:spcAft>
              <a:buClr>
                <a:schemeClr val="accent1"/>
              </a:buClr>
              <a:buSzPts val="1200"/>
              <a:buFont typeface="Noto Sans Symbols"/>
              <a:buNone/>
            </a:pPr>
            <a:r>
              <a:t/>
            </a:r>
            <a:endParaRPr b="1" sz="1200">
              <a:solidFill>
                <a:srgbClr val="000000"/>
              </a:solidFill>
              <a:latin typeface="Arial"/>
              <a:ea typeface="Arial"/>
              <a:cs typeface="Arial"/>
              <a:sym typeface="Arial"/>
            </a:endParaRPr>
          </a:p>
          <a:p>
            <a:pPr indent="-152400" lvl="0" marL="228600" marR="0" rtl="0" algn="just">
              <a:spcBef>
                <a:spcPts val="600"/>
              </a:spcBef>
              <a:spcAft>
                <a:spcPts val="0"/>
              </a:spcAft>
              <a:buClr>
                <a:schemeClr val="accent1"/>
              </a:buClr>
              <a:buSzPts val="1200"/>
              <a:buFont typeface="Noto Sans Symbols"/>
              <a:buNone/>
            </a:pPr>
            <a:r>
              <a:t/>
            </a:r>
            <a:endParaRPr b="1" sz="1200">
              <a:solidFill>
                <a:srgbClr val="000000"/>
              </a:solidFill>
              <a:latin typeface="Arial"/>
              <a:ea typeface="Arial"/>
              <a:cs typeface="Arial"/>
              <a:sym typeface="Arial"/>
            </a:endParaRPr>
          </a:p>
          <a:p>
            <a:pPr indent="-228600" lvl="0" marL="228600" marR="0" rtl="0" algn="just">
              <a:spcBef>
                <a:spcPts val="600"/>
              </a:spcBef>
              <a:spcAft>
                <a:spcPts val="0"/>
              </a:spcAft>
              <a:buClr>
                <a:schemeClr val="accent1"/>
              </a:buClr>
              <a:buSzPts val="1200"/>
              <a:buFont typeface="Noto Sans Symbols"/>
              <a:buAutoNum type="arabicPeriod"/>
            </a:pPr>
            <a:r>
              <a:rPr b="1" lang="en-US" sz="1200">
                <a:solidFill>
                  <a:srgbClr val="000000"/>
                </a:solidFill>
                <a:latin typeface="Arial"/>
                <a:ea typeface="Arial"/>
                <a:cs typeface="Arial"/>
                <a:sym typeface="Arial"/>
              </a:rPr>
              <a:t>Add 50-100 bps extra return on Fund AuM while diversifying risk and reducing VaR.</a:t>
            </a:r>
            <a:endParaRPr b="1" sz="1200">
              <a:solidFill>
                <a:srgbClr val="000000"/>
              </a:solidFill>
              <a:latin typeface="Arial"/>
              <a:ea typeface="Arial"/>
              <a:cs typeface="Arial"/>
              <a:sym typeface="Arial"/>
            </a:endParaRPr>
          </a:p>
          <a:p>
            <a:pPr indent="-152400" lvl="0" marL="228600" marR="0" rtl="0" algn="just">
              <a:spcBef>
                <a:spcPts val="600"/>
              </a:spcBef>
              <a:spcAft>
                <a:spcPts val="0"/>
              </a:spcAft>
              <a:buClr>
                <a:schemeClr val="accent1"/>
              </a:buClr>
              <a:buSzPts val="1200"/>
              <a:buFont typeface="Noto Sans Symbols"/>
              <a:buNone/>
            </a:pPr>
            <a:r>
              <a:t/>
            </a:r>
            <a:endParaRPr b="1" sz="1200">
              <a:solidFill>
                <a:srgbClr val="000000"/>
              </a:solidFill>
              <a:latin typeface="Arial"/>
              <a:ea typeface="Arial"/>
              <a:cs typeface="Arial"/>
              <a:sym typeface="Arial"/>
            </a:endParaRPr>
          </a:p>
          <a:p>
            <a:pPr indent="-152400" lvl="0" marL="228600" marR="0" rtl="0" algn="just">
              <a:spcBef>
                <a:spcPts val="600"/>
              </a:spcBef>
              <a:spcAft>
                <a:spcPts val="0"/>
              </a:spcAft>
              <a:buClr>
                <a:schemeClr val="accent1"/>
              </a:buClr>
              <a:buSzPts val="1200"/>
              <a:buFont typeface="Noto Sans Symbols"/>
              <a:buNone/>
            </a:pPr>
            <a:r>
              <a:t/>
            </a:r>
            <a:endParaRPr b="1" sz="1200">
              <a:solidFill>
                <a:srgbClr val="000000"/>
              </a:solidFill>
              <a:latin typeface="Arial"/>
              <a:ea typeface="Arial"/>
              <a:cs typeface="Arial"/>
              <a:sym typeface="Arial"/>
            </a:endParaRPr>
          </a:p>
          <a:p>
            <a:pPr indent="-228600" lvl="0" marL="228600" marR="0" rtl="0" algn="just">
              <a:spcBef>
                <a:spcPts val="600"/>
              </a:spcBef>
              <a:spcAft>
                <a:spcPts val="0"/>
              </a:spcAft>
              <a:buClr>
                <a:schemeClr val="accent1"/>
              </a:buClr>
              <a:buSzPts val="1200"/>
              <a:buFont typeface="Noto Sans Symbols"/>
              <a:buAutoNum type="arabicPeriod"/>
            </a:pPr>
            <a:r>
              <a:rPr b="1" lang="en-US" sz="1200">
                <a:solidFill>
                  <a:srgbClr val="000000"/>
                </a:solidFill>
                <a:latin typeface="Arial"/>
                <a:ea typeface="Arial"/>
                <a:cs typeface="Arial"/>
                <a:sym typeface="Arial"/>
              </a:rPr>
              <a:t>Target [80]%-[95]% Unencumbered Cash Level. Dependent on Underlying Position liquidity and portfolio directionality and concentration.</a:t>
            </a:r>
            <a:endParaRPr/>
          </a:p>
          <a:p>
            <a:pPr indent="-152400" lvl="0" marL="228600" marR="0" rtl="0" algn="just">
              <a:spcBef>
                <a:spcPts val="600"/>
              </a:spcBef>
              <a:spcAft>
                <a:spcPts val="0"/>
              </a:spcAft>
              <a:buClr>
                <a:schemeClr val="accent1"/>
              </a:buClr>
              <a:buSzPts val="1200"/>
              <a:buFont typeface="Noto Sans Symbols"/>
              <a:buNone/>
            </a:pPr>
            <a:r>
              <a:t/>
            </a:r>
            <a:endParaRPr b="1" sz="1200">
              <a:solidFill>
                <a:srgbClr val="000000"/>
              </a:solidFill>
              <a:latin typeface="Arial"/>
              <a:ea typeface="Arial"/>
              <a:cs typeface="Arial"/>
              <a:sym typeface="Arial"/>
            </a:endParaRPr>
          </a:p>
          <a:p>
            <a:pPr indent="-152400" lvl="0" marL="228600" marR="0" rtl="0" algn="just">
              <a:spcBef>
                <a:spcPts val="600"/>
              </a:spcBef>
              <a:spcAft>
                <a:spcPts val="0"/>
              </a:spcAft>
              <a:buClr>
                <a:schemeClr val="accent1"/>
              </a:buClr>
              <a:buSzPts val="1200"/>
              <a:buFont typeface="Noto Sans Symbols"/>
              <a:buNone/>
            </a:pPr>
            <a:r>
              <a:t/>
            </a:r>
            <a:endParaRPr b="1" sz="1200">
              <a:solidFill>
                <a:srgbClr val="000000"/>
              </a:solidFill>
              <a:latin typeface="Arial"/>
              <a:ea typeface="Arial"/>
              <a:cs typeface="Arial"/>
              <a:sym typeface="Arial"/>
            </a:endParaRPr>
          </a:p>
          <a:p>
            <a:pPr indent="-228600" lvl="0" marL="228600" marR="0" rtl="0" algn="just">
              <a:spcBef>
                <a:spcPts val="600"/>
              </a:spcBef>
              <a:spcAft>
                <a:spcPts val="0"/>
              </a:spcAft>
              <a:buClr>
                <a:schemeClr val="accent1"/>
              </a:buClr>
              <a:buSzPts val="1200"/>
              <a:buFont typeface="Noto Sans Symbols"/>
              <a:buAutoNum type="arabicPeriod"/>
            </a:pPr>
            <a:r>
              <a:rPr b="1" lang="en-US" sz="1200">
                <a:solidFill>
                  <a:srgbClr val="000000"/>
                </a:solidFill>
                <a:latin typeface="Arial"/>
                <a:ea typeface="Arial"/>
                <a:cs typeface="Arial"/>
                <a:sym typeface="Arial"/>
              </a:rPr>
              <a:t>Create a Return on Invested Capital (“RoIC”) view for daily, week to date, month to date, quarter to date, year to date view. Explain at a granular level the margin usage and P&amp;L.</a:t>
            </a:r>
            <a:endParaRPr/>
          </a:p>
          <a:p>
            <a:pPr indent="-152400" lvl="0" marL="228600" marR="0" rtl="0" algn="just">
              <a:spcBef>
                <a:spcPts val="600"/>
              </a:spcBef>
              <a:spcAft>
                <a:spcPts val="0"/>
              </a:spcAft>
              <a:buClr>
                <a:schemeClr val="accent1"/>
              </a:buClr>
              <a:buSzPts val="1200"/>
              <a:buFont typeface="Noto Sans Symbols"/>
              <a:buNone/>
            </a:pPr>
            <a:r>
              <a:t/>
            </a:r>
            <a:endParaRPr b="1" sz="1200">
              <a:solidFill>
                <a:srgbClr val="000000"/>
              </a:solidFill>
              <a:latin typeface="Arial"/>
              <a:ea typeface="Arial"/>
              <a:cs typeface="Arial"/>
              <a:sym typeface="Arial"/>
            </a:endParaRPr>
          </a:p>
          <a:p>
            <a:pPr indent="-152400" lvl="0" marL="228600" marR="0" rtl="0" algn="just">
              <a:spcBef>
                <a:spcPts val="600"/>
              </a:spcBef>
              <a:spcAft>
                <a:spcPts val="0"/>
              </a:spcAft>
              <a:buClr>
                <a:schemeClr val="accent1"/>
              </a:buClr>
              <a:buSzPts val="1200"/>
              <a:buFont typeface="Noto Sans Symbols"/>
              <a:buNone/>
            </a:pPr>
            <a:r>
              <a:t/>
            </a:r>
            <a:endParaRPr b="1" sz="1200">
              <a:solidFill>
                <a:srgbClr val="000000"/>
              </a:solidFill>
              <a:latin typeface="Arial"/>
              <a:ea typeface="Arial"/>
              <a:cs typeface="Arial"/>
              <a:sym typeface="Arial"/>
            </a:endParaRPr>
          </a:p>
        </p:txBody>
      </p:sp>
      <p:pic>
        <p:nvPicPr>
          <p:cNvPr id="124" name="Google Shape;124;p4"/>
          <p:cNvPicPr preferRelativeResize="0"/>
          <p:nvPr/>
        </p:nvPicPr>
        <p:blipFill rotWithShape="1">
          <a:blip r:embed="rId3">
            <a:alphaModFix/>
          </a:blip>
          <a:srcRect b="0" l="0" r="0" t="0"/>
          <a:stretch/>
        </p:blipFill>
        <p:spPr>
          <a:xfrm>
            <a:off x="7620000" y="135035"/>
            <a:ext cx="1080156" cy="101124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5"/>
          <p:cNvSpPr txBox="1"/>
          <p:nvPr>
            <p:ph type="title"/>
          </p:nvPr>
        </p:nvSpPr>
        <p:spPr>
          <a:xfrm>
            <a:off x="381000" y="454025"/>
            <a:ext cx="8229600" cy="722313"/>
          </a:xfrm>
          <a:prstGeom prst="rect">
            <a:avLst/>
          </a:prstGeom>
          <a:noFill/>
          <a:ln>
            <a:noFill/>
          </a:ln>
        </p:spPr>
        <p:txBody>
          <a:bodyPr anchorCtr="0" anchor="b" bIns="18275" lIns="91425" spcFirstLastPara="1" rIns="91425" wrap="square" tIns="0">
            <a:normAutofit/>
          </a:bodyPr>
          <a:lstStyle/>
          <a:p>
            <a:pPr indent="0" lvl="0" marL="0" rtl="0" algn="l">
              <a:spcBef>
                <a:spcPts val="0"/>
              </a:spcBef>
              <a:spcAft>
                <a:spcPts val="0"/>
              </a:spcAft>
              <a:buClr>
                <a:srgbClr val="174A7C"/>
              </a:buClr>
              <a:buSzPts val="2400"/>
              <a:buFont typeface="Calibri"/>
              <a:buNone/>
            </a:pPr>
            <a:r>
              <a:rPr lang="en-US"/>
              <a:t>7 Pathways to Margin Relief</a:t>
            </a:r>
            <a:endParaRPr b="0" baseline="30000"/>
          </a:p>
        </p:txBody>
      </p:sp>
      <p:sp>
        <p:nvSpPr>
          <p:cNvPr id="131" name="Google Shape;131;p5"/>
          <p:cNvSpPr txBox="1"/>
          <p:nvPr/>
        </p:nvSpPr>
        <p:spPr>
          <a:xfrm>
            <a:off x="457200" y="1423990"/>
            <a:ext cx="8229600" cy="3986210"/>
          </a:xfrm>
          <a:prstGeom prst="rect">
            <a:avLst/>
          </a:prstGeom>
          <a:noFill/>
          <a:ln>
            <a:noFill/>
          </a:ln>
        </p:spPr>
        <p:txBody>
          <a:bodyPr anchorCtr="0" anchor="t" bIns="45700" lIns="91425" spcFirstLastPara="1" rIns="91425" wrap="square" tIns="45700">
            <a:noAutofit/>
          </a:bodyPr>
          <a:lstStyle/>
          <a:p>
            <a:pPr indent="-155575" lvl="0" marL="231775" marR="0" rtl="0" algn="just">
              <a:spcBef>
                <a:spcPts val="0"/>
              </a:spcBef>
              <a:spcAft>
                <a:spcPts val="0"/>
              </a:spcAft>
              <a:buClr>
                <a:schemeClr val="accent1"/>
              </a:buClr>
              <a:buSzPts val="1200"/>
              <a:buFont typeface="Noto Sans Symbols"/>
              <a:buNone/>
            </a:pPr>
            <a:r>
              <a:t/>
            </a:r>
            <a:endParaRPr b="1" sz="1200">
              <a:solidFill>
                <a:srgbClr val="000000"/>
              </a:solidFill>
              <a:latin typeface="Arial"/>
              <a:ea typeface="Arial"/>
              <a:cs typeface="Arial"/>
              <a:sym typeface="Arial"/>
            </a:endParaRPr>
          </a:p>
        </p:txBody>
      </p:sp>
      <p:pic>
        <p:nvPicPr>
          <p:cNvPr id="132" name="Google Shape;132;p5"/>
          <p:cNvPicPr preferRelativeResize="0"/>
          <p:nvPr/>
        </p:nvPicPr>
        <p:blipFill rotWithShape="1">
          <a:blip r:embed="rId3">
            <a:alphaModFix/>
          </a:blip>
          <a:srcRect b="0" l="0" r="0" t="0"/>
          <a:stretch/>
        </p:blipFill>
        <p:spPr>
          <a:xfrm>
            <a:off x="7620000" y="135035"/>
            <a:ext cx="1080156" cy="1011242"/>
          </a:xfrm>
          <a:prstGeom prst="rect">
            <a:avLst/>
          </a:prstGeom>
          <a:noFill/>
          <a:ln>
            <a:noFill/>
          </a:ln>
        </p:spPr>
      </p:pic>
      <p:graphicFrame>
        <p:nvGraphicFramePr>
          <p:cNvPr id="133" name="Google Shape;133;p5"/>
          <p:cNvGraphicFramePr/>
          <p:nvPr/>
        </p:nvGraphicFramePr>
        <p:xfrm>
          <a:off x="457200" y="1219200"/>
          <a:ext cx="3000000" cy="3000000"/>
        </p:xfrm>
        <a:graphic>
          <a:graphicData uri="http://schemas.openxmlformats.org/drawingml/2006/table">
            <a:tbl>
              <a:tblPr bandRow="1" firstRow="1">
                <a:noFill/>
                <a:tableStyleId>{C3601326-7664-4D7C-B09F-3C22CD96799B}</a:tableStyleId>
              </a:tblPr>
              <a:tblGrid>
                <a:gridCol w="447250"/>
                <a:gridCol w="1533950"/>
                <a:gridCol w="2643050"/>
                <a:gridCol w="1471750"/>
                <a:gridCol w="1066800"/>
                <a:gridCol w="1066800"/>
              </a:tblGrid>
              <a:tr h="529775">
                <a:tc>
                  <a:txBody>
                    <a:bodyPr/>
                    <a:lstStyle/>
                    <a:p>
                      <a:pPr indent="0" lvl="0" marL="0" marR="0" rtl="0" algn="ctr">
                        <a:spcBef>
                          <a:spcPts val="0"/>
                        </a:spcBef>
                        <a:spcAft>
                          <a:spcPts val="0"/>
                        </a:spcAft>
                        <a:buNone/>
                      </a:pPr>
                      <a:r>
                        <a:rPr b="1" lang="en-US" sz="1200"/>
                        <a:t>No</a:t>
                      </a:r>
                      <a:endParaRPr b="1" sz="1200"/>
                    </a:p>
                  </a:txBody>
                  <a:tcPr marT="45725" marB="45725" marR="91450" marL="91450"/>
                </a:tc>
                <a:tc>
                  <a:txBody>
                    <a:bodyPr/>
                    <a:lstStyle/>
                    <a:p>
                      <a:pPr indent="0" lvl="0" marL="0" marR="0" rtl="0" algn="l">
                        <a:spcBef>
                          <a:spcPts val="0"/>
                        </a:spcBef>
                        <a:spcAft>
                          <a:spcPts val="0"/>
                        </a:spcAft>
                        <a:buNone/>
                      </a:pPr>
                      <a:r>
                        <a:rPr b="1" lang="en-US" sz="1200"/>
                        <a:t>Type</a:t>
                      </a:r>
                      <a:endParaRPr b="1" sz="1200"/>
                    </a:p>
                  </a:txBody>
                  <a:tcPr marT="45725" marB="45725" marR="91450" marL="91450"/>
                </a:tc>
                <a:tc>
                  <a:txBody>
                    <a:bodyPr/>
                    <a:lstStyle/>
                    <a:p>
                      <a:pPr indent="0" lvl="0" marL="0" marR="0" rtl="0" algn="l">
                        <a:spcBef>
                          <a:spcPts val="0"/>
                        </a:spcBef>
                        <a:spcAft>
                          <a:spcPts val="0"/>
                        </a:spcAft>
                        <a:buNone/>
                      </a:pPr>
                      <a:r>
                        <a:rPr lang="en-US" sz="1200"/>
                        <a:t>Examples</a:t>
                      </a:r>
                      <a:endParaRPr sz="1200"/>
                    </a:p>
                  </a:txBody>
                  <a:tcPr marT="45725" marB="45725" marR="91450" marL="91450"/>
                </a:tc>
                <a:tc>
                  <a:txBody>
                    <a:bodyPr/>
                    <a:lstStyle/>
                    <a:p>
                      <a:pPr indent="0" lvl="0" marL="0" marR="0" rtl="0" algn="ctr">
                        <a:spcBef>
                          <a:spcPts val="0"/>
                        </a:spcBef>
                        <a:spcAft>
                          <a:spcPts val="0"/>
                        </a:spcAft>
                        <a:buNone/>
                      </a:pPr>
                      <a:r>
                        <a:rPr lang="en-US" sz="1200"/>
                        <a:t>Costs to </a:t>
                      </a:r>
                      <a:endParaRPr/>
                    </a:p>
                    <a:p>
                      <a:pPr indent="0" lvl="0" marL="0" marR="0" rtl="0" algn="ctr">
                        <a:spcBef>
                          <a:spcPts val="0"/>
                        </a:spcBef>
                        <a:spcAft>
                          <a:spcPts val="0"/>
                        </a:spcAft>
                        <a:buNone/>
                      </a:pPr>
                      <a:r>
                        <a:rPr lang="en-US" sz="1200"/>
                        <a:t>Fund</a:t>
                      </a:r>
                      <a:endParaRPr sz="1200"/>
                    </a:p>
                  </a:txBody>
                  <a:tcPr marT="45725" marB="45725" marR="91450" marL="91450"/>
                </a:tc>
                <a:tc>
                  <a:txBody>
                    <a:bodyPr/>
                    <a:lstStyle/>
                    <a:p>
                      <a:pPr indent="0" lvl="0" marL="0" marR="0" rtl="0" algn="ctr">
                        <a:spcBef>
                          <a:spcPts val="0"/>
                        </a:spcBef>
                        <a:spcAft>
                          <a:spcPts val="0"/>
                        </a:spcAft>
                        <a:buNone/>
                      </a:pPr>
                      <a:r>
                        <a:rPr lang="en-US" sz="1200"/>
                        <a:t>Value to </a:t>
                      </a:r>
                      <a:endParaRPr/>
                    </a:p>
                    <a:p>
                      <a:pPr indent="0" lvl="0" marL="0" marR="0" rtl="0" algn="ctr">
                        <a:spcBef>
                          <a:spcPts val="0"/>
                        </a:spcBef>
                        <a:spcAft>
                          <a:spcPts val="0"/>
                        </a:spcAft>
                        <a:buNone/>
                      </a:pPr>
                      <a:r>
                        <a:rPr lang="en-US" sz="1200"/>
                        <a:t>Fund</a:t>
                      </a:r>
                      <a:endParaRPr sz="1200"/>
                    </a:p>
                  </a:txBody>
                  <a:tcPr marT="45725" marB="45725" marR="91450" marL="91450"/>
                </a:tc>
                <a:tc>
                  <a:txBody>
                    <a:bodyPr/>
                    <a:lstStyle/>
                    <a:p>
                      <a:pPr indent="0" lvl="0" marL="0" marR="0" rtl="0" algn="ctr">
                        <a:spcBef>
                          <a:spcPts val="0"/>
                        </a:spcBef>
                        <a:spcAft>
                          <a:spcPts val="0"/>
                        </a:spcAft>
                        <a:buNone/>
                      </a:pPr>
                      <a:r>
                        <a:rPr lang="en-US" sz="1200"/>
                        <a:t>Pot Size in USD M</a:t>
                      </a:r>
                      <a:endParaRPr sz="1200"/>
                    </a:p>
                  </a:txBody>
                  <a:tcPr marT="45725" marB="45725" marR="91450" marL="91450"/>
                </a:tc>
              </a:tr>
              <a:tr h="529775">
                <a:tc>
                  <a:txBody>
                    <a:bodyPr/>
                    <a:lstStyle/>
                    <a:p>
                      <a:pPr indent="0" lvl="0" marL="0" marR="0" rtl="0" algn="ctr">
                        <a:spcBef>
                          <a:spcPts val="0"/>
                        </a:spcBef>
                        <a:spcAft>
                          <a:spcPts val="0"/>
                        </a:spcAft>
                        <a:buNone/>
                      </a:pPr>
                      <a:r>
                        <a:rPr b="1" lang="en-US" sz="1200"/>
                        <a:t>1</a:t>
                      </a:r>
                      <a:endParaRPr b="1" sz="1200"/>
                    </a:p>
                  </a:txBody>
                  <a:tcPr marT="45725" marB="45725" marR="91450" marL="91450"/>
                </a:tc>
                <a:tc>
                  <a:txBody>
                    <a:bodyPr/>
                    <a:lstStyle/>
                    <a:p>
                      <a:pPr indent="0" lvl="0" marL="0" marR="0" rtl="0" algn="l">
                        <a:spcBef>
                          <a:spcPts val="0"/>
                        </a:spcBef>
                        <a:spcAft>
                          <a:spcPts val="0"/>
                        </a:spcAft>
                        <a:buNone/>
                      </a:pPr>
                      <a:r>
                        <a:rPr b="1" lang="en-US" sz="1200"/>
                        <a:t>Data Quality / Model Improvements</a:t>
                      </a:r>
                      <a:endParaRPr b="1" sz="1200"/>
                    </a:p>
                  </a:txBody>
                  <a:tcPr marT="45725" marB="45725" marR="91450" marL="91450"/>
                </a:tc>
                <a:tc>
                  <a:txBody>
                    <a:bodyPr/>
                    <a:lstStyle/>
                    <a:p>
                      <a:pPr indent="0" lvl="0" marL="0" marR="0" rtl="0" algn="l">
                        <a:spcBef>
                          <a:spcPts val="0"/>
                        </a:spcBef>
                        <a:spcAft>
                          <a:spcPts val="0"/>
                        </a:spcAft>
                        <a:buNone/>
                      </a:pPr>
                      <a:r>
                        <a:rPr lang="en-US" sz="1200"/>
                        <a:t>Faulty Time Series Data, Stale Data</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ctr">
                        <a:spcBef>
                          <a:spcPts val="0"/>
                        </a:spcBef>
                        <a:spcAft>
                          <a:spcPts val="0"/>
                        </a:spcAft>
                        <a:buNone/>
                      </a:pPr>
                      <a:r>
                        <a:rPr lang="en-US" sz="1200"/>
                        <a:t>0</a:t>
                      </a:r>
                      <a:endParaRPr sz="1200"/>
                    </a:p>
                  </a:txBody>
                  <a:tcPr marT="45725" marB="45725" marR="91450" marL="91450"/>
                </a:tc>
                <a:tc>
                  <a:txBody>
                    <a:bodyPr/>
                    <a:lstStyle/>
                    <a:p>
                      <a:pPr indent="0" lvl="0" marL="0" marR="0" rtl="0" algn="ctr">
                        <a:spcBef>
                          <a:spcPts val="0"/>
                        </a:spcBef>
                        <a:spcAft>
                          <a:spcPts val="0"/>
                        </a:spcAft>
                        <a:buNone/>
                      </a:pPr>
                      <a:r>
                        <a:rPr lang="en-US" sz="1200"/>
                        <a:t>50-100 bps</a:t>
                      </a:r>
                      <a:endParaRPr sz="1200"/>
                    </a:p>
                  </a:txBody>
                  <a:tcPr marT="45725" marB="45725" marR="91450" marL="91450"/>
                </a:tc>
                <a:tc>
                  <a:txBody>
                    <a:bodyPr/>
                    <a:lstStyle/>
                    <a:p>
                      <a:pPr indent="0" lvl="0" marL="0" marR="0" rtl="0" algn="ctr">
                        <a:spcBef>
                          <a:spcPts val="0"/>
                        </a:spcBef>
                        <a:spcAft>
                          <a:spcPts val="0"/>
                        </a:spcAft>
                        <a:buNone/>
                      </a:pPr>
                      <a:r>
                        <a:t/>
                      </a:r>
                      <a:endParaRPr sz="1200"/>
                    </a:p>
                  </a:txBody>
                  <a:tcPr marT="45725" marB="45725" marR="91450" marL="91450"/>
                </a:tc>
              </a:tr>
              <a:tr h="529775">
                <a:tc>
                  <a:txBody>
                    <a:bodyPr/>
                    <a:lstStyle/>
                    <a:p>
                      <a:pPr indent="0" lvl="0" marL="0" marR="0" rtl="0" algn="ctr">
                        <a:spcBef>
                          <a:spcPts val="0"/>
                        </a:spcBef>
                        <a:spcAft>
                          <a:spcPts val="0"/>
                        </a:spcAft>
                        <a:buNone/>
                      </a:pPr>
                      <a:r>
                        <a:rPr b="1" lang="en-US" sz="1200"/>
                        <a:t>2</a:t>
                      </a:r>
                      <a:endParaRPr b="1" sz="1200"/>
                    </a:p>
                  </a:txBody>
                  <a:tcPr marT="45725" marB="45725" marR="91450" marL="91450"/>
                </a:tc>
                <a:tc>
                  <a:txBody>
                    <a:bodyPr/>
                    <a:lstStyle/>
                    <a:p>
                      <a:pPr indent="0" lvl="0" marL="0" marR="0" rtl="0" algn="l">
                        <a:spcBef>
                          <a:spcPts val="0"/>
                        </a:spcBef>
                        <a:spcAft>
                          <a:spcPts val="0"/>
                        </a:spcAft>
                        <a:buNone/>
                      </a:pPr>
                      <a:r>
                        <a:rPr b="1" lang="en-US" sz="1200"/>
                        <a:t>Parameter Renegotiations</a:t>
                      </a:r>
                      <a:endParaRPr/>
                    </a:p>
                    <a:p>
                      <a:pPr indent="0" lvl="0" marL="0" marR="0" rtl="0" algn="l">
                        <a:spcBef>
                          <a:spcPts val="0"/>
                        </a:spcBef>
                        <a:spcAft>
                          <a:spcPts val="0"/>
                        </a:spcAft>
                        <a:buNone/>
                      </a:pPr>
                      <a:r>
                        <a:t/>
                      </a:r>
                      <a:endParaRPr b="1" sz="1200"/>
                    </a:p>
                  </a:txBody>
                  <a:tcPr marT="45725" marB="45725" marR="91450" marL="91450"/>
                </a:tc>
                <a:tc>
                  <a:txBody>
                    <a:bodyPr/>
                    <a:lstStyle/>
                    <a:p>
                      <a:pPr indent="0" lvl="0" marL="0" marR="0" rtl="0" algn="l">
                        <a:spcBef>
                          <a:spcPts val="0"/>
                        </a:spcBef>
                        <a:spcAft>
                          <a:spcPts val="0"/>
                        </a:spcAft>
                        <a:buNone/>
                      </a:pPr>
                      <a:r>
                        <a:rPr lang="en-US" sz="1200"/>
                        <a:t>VaR Mulitpilers, Minimum Term Commitments, MPOR, spreads</a:t>
                      </a:r>
                      <a:endParaRPr sz="1200"/>
                    </a:p>
                  </a:txBody>
                  <a:tcPr marT="45725" marB="45725" marR="91450" marL="91450"/>
                </a:tc>
                <a:tc>
                  <a:txBody>
                    <a:bodyPr/>
                    <a:lstStyle/>
                    <a:p>
                      <a:pPr indent="0" lvl="0" marL="0" marR="0" rtl="0" algn="ctr">
                        <a:spcBef>
                          <a:spcPts val="0"/>
                        </a:spcBef>
                        <a:spcAft>
                          <a:spcPts val="0"/>
                        </a:spcAft>
                        <a:buNone/>
                      </a:pPr>
                      <a:r>
                        <a:rPr lang="en-US" sz="1200"/>
                        <a:t>0</a:t>
                      </a:r>
                      <a:endParaRPr sz="1200"/>
                    </a:p>
                  </a:txBody>
                  <a:tcPr marT="45725" marB="45725" marR="91450" marL="91450"/>
                </a:tc>
                <a:tc>
                  <a:txBody>
                    <a:bodyPr/>
                    <a:lstStyle/>
                    <a:p>
                      <a:pPr indent="0" lvl="0" marL="0" marR="0" rtl="0" algn="ctr">
                        <a:spcBef>
                          <a:spcPts val="0"/>
                        </a:spcBef>
                        <a:spcAft>
                          <a:spcPts val="0"/>
                        </a:spcAft>
                        <a:buNone/>
                      </a:pPr>
                      <a:r>
                        <a:rPr lang="en-US" sz="1200"/>
                        <a:t>50-100 bps</a:t>
                      </a:r>
                      <a:endParaRPr sz="1200"/>
                    </a:p>
                  </a:txBody>
                  <a:tcPr marT="45725" marB="45725" marR="91450" marL="91450"/>
                </a:tc>
                <a:tc>
                  <a:txBody>
                    <a:bodyPr/>
                    <a:lstStyle/>
                    <a:p>
                      <a:pPr indent="0" lvl="0" marL="0" marR="0" rtl="0" algn="ctr">
                        <a:spcBef>
                          <a:spcPts val="0"/>
                        </a:spcBef>
                        <a:spcAft>
                          <a:spcPts val="0"/>
                        </a:spcAft>
                        <a:buNone/>
                      </a:pPr>
                      <a:r>
                        <a:t/>
                      </a:r>
                      <a:endParaRPr sz="1200"/>
                    </a:p>
                  </a:txBody>
                  <a:tcPr marT="45725" marB="45725" marR="91450" marL="91450"/>
                </a:tc>
              </a:tr>
              <a:tr h="529775">
                <a:tc>
                  <a:txBody>
                    <a:bodyPr/>
                    <a:lstStyle/>
                    <a:p>
                      <a:pPr indent="0" lvl="0" marL="0" marR="0" rtl="0" algn="ctr">
                        <a:spcBef>
                          <a:spcPts val="0"/>
                        </a:spcBef>
                        <a:spcAft>
                          <a:spcPts val="0"/>
                        </a:spcAft>
                        <a:buNone/>
                      </a:pPr>
                      <a:r>
                        <a:rPr b="1" lang="en-US" sz="1200"/>
                        <a:t>3</a:t>
                      </a:r>
                      <a:endParaRPr b="1" sz="1200"/>
                    </a:p>
                  </a:txBody>
                  <a:tcPr marT="45725" marB="45725" marR="91450" marL="91450"/>
                </a:tc>
                <a:tc>
                  <a:txBody>
                    <a:bodyPr/>
                    <a:lstStyle/>
                    <a:p>
                      <a:pPr indent="0" lvl="0" marL="0" marR="0" rtl="0" algn="l">
                        <a:spcBef>
                          <a:spcPts val="0"/>
                        </a:spcBef>
                        <a:spcAft>
                          <a:spcPts val="0"/>
                        </a:spcAft>
                        <a:buNone/>
                      </a:pPr>
                      <a:r>
                        <a:rPr b="1" lang="en-US" sz="1200"/>
                        <a:t>Nettings</a:t>
                      </a:r>
                      <a:endParaRPr b="1" sz="1200"/>
                    </a:p>
                  </a:txBody>
                  <a:tcPr marT="45725" marB="45725" marR="91450" marL="91450"/>
                </a:tc>
                <a:tc>
                  <a:txBody>
                    <a:bodyPr/>
                    <a:lstStyle/>
                    <a:p>
                      <a:pPr indent="0" lvl="0" marL="0" marR="0" rtl="0" algn="l">
                        <a:spcBef>
                          <a:spcPts val="0"/>
                        </a:spcBef>
                        <a:spcAft>
                          <a:spcPts val="0"/>
                        </a:spcAft>
                        <a:buNone/>
                      </a:pPr>
                      <a:r>
                        <a:rPr lang="en-US" sz="1200"/>
                        <a:t>Butterfly 01 netting</a:t>
                      </a:r>
                      <a:endParaRPr/>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ctr">
                        <a:spcBef>
                          <a:spcPts val="0"/>
                        </a:spcBef>
                        <a:spcAft>
                          <a:spcPts val="0"/>
                        </a:spcAft>
                        <a:buNone/>
                      </a:pPr>
                      <a:r>
                        <a:rPr lang="en-US" sz="1200"/>
                        <a:t>0</a:t>
                      </a:r>
                      <a:endParaRPr sz="1200"/>
                    </a:p>
                  </a:txBody>
                  <a:tcPr marT="45725" marB="45725" marR="91450" marL="91450"/>
                </a:tc>
                <a:tc>
                  <a:txBody>
                    <a:bodyPr/>
                    <a:lstStyle/>
                    <a:p>
                      <a:pPr indent="0" lvl="0" marL="0" marR="0" rtl="0" algn="ctr">
                        <a:spcBef>
                          <a:spcPts val="0"/>
                        </a:spcBef>
                        <a:spcAft>
                          <a:spcPts val="0"/>
                        </a:spcAft>
                        <a:buNone/>
                      </a:pPr>
                      <a:r>
                        <a:rPr lang="en-US" sz="1200"/>
                        <a:t>50-100 bps</a:t>
                      </a:r>
                      <a:endParaRPr sz="1200"/>
                    </a:p>
                  </a:txBody>
                  <a:tcPr marT="45725" marB="45725" marR="91450" marL="91450"/>
                </a:tc>
                <a:tc>
                  <a:txBody>
                    <a:bodyPr/>
                    <a:lstStyle/>
                    <a:p>
                      <a:pPr indent="0" lvl="0" marL="0" marR="0" rtl="0" algn="ctr">
                        <a:spcBef>
                          <a:spcPts val="0"/>
                        </a:spcBef>
                        <a:spcAft>
                          <a:spcPts val="0"/>
                        </a:spcAft>
                        <a:buNone/>
                      </a:pPr>
                      <a:r>
                        <a:t/>
                      </a:r>
                      <a:endParaRPr sz="1200"/>
                    </a:p>
                  </a:txBody>
                  <a:tcPr marT="45725" marB="45725" marR="91450" marL="91450"/>
                </a:tc>
              </a:tr>
              <a:tr h="529775">
                <a:tc>
                  <a:txBody>
                    <a:bodyPr/>
                    <a:lstStyle/>
                    <a:p>
                      <a:pPr indent="0" lvl="0" marL="0" marR="0" rtl="0" algn="ctr">
                        <a:spcBef>
                          <a:spcPts val="0"/>
                        </a:spcBef>
                        <a:spcAft>
                          <a:spcPts val="0"/>
                        </a:spcAft>
                        <a:buNone/>
                      </a:pPr>
                      <a:r>
                        <a:rPr b="1" lang="en-US" sz="1200"/>
                        <a:t>4</a:t>
                      </a:r>
                      <a:endParaRPr b="1" sz="1200"/>
                    </a:p>
                  </a:txBody>
                  <a:tcPr marT="45725" marB="45725" marR="91450" marL="91450"/>
                </a:tc>
                <a:tc>
                  <a:txBody>
                    <a:bodyPr/>
                    <a:lstStyle/>
                    <a:p>
                      <a:pPr indent="0" lvl="0" marL="0" marR="0" rtl="0" algn="l">
                        <a:spcBef>
                          <a:spcPts val="0"/>
                        </a:spcBef>
                        <a:spcAft>
                          <a:spcPts val="0"/>
                        </a:spcAft>
                        <a:buNone/>
                      </a:pPr>
                      <a:r>
                        <a:rPr b="1" lang="en-US" sz="1200"/>
                        <a:t>Offsets</a:t>
                      </a:r>
                      <a:endParaRPr b="1" sz="1200"/>
                    </a:p>
                  </a:txBody>
                  <a:tcPr marT="45725" marB="45725" marR="91450" marL="91450"/>
                </a:tc>
                <a:tc>
                  <a:txBody>
                    <a:bodyPr/>
                    <a:lstStyle/>
                    <a:p>
                      <a:pPr indent="0" lvl="0" marL="0" marR="0" rtl="0" algn="l">
                        <a:spcBef>
                          <a:spcPts val="0"/>
                        </a:spcBef>
                        <a:spcAft>
                          <a:spcPts val="0"/>
                        </a:spcAft>
                        <a:buNone/>
                      </a:pPr>
                      <a:r>
                        <a:rPr lang="en-US" sz="1200"/>
                        <a:t>Low Strike vs High Strike in Calls / Puts</a:t>
                      </a:r>
                      <a:endParaRPr/>
                    </a:p>
                  </a:txBody>
                  <a:tcPr marT="45725" marB="45725" marR="91450" marL="91450"/>
                </a:tc>
                <a:tc>
                  <a:txBody>
                    <a:bodyPr/>
                    <a:lstStyle/>
                    <a:p>
                      <a:pPr indent="0" lvl="0" marL="0" marR="0" rtl="0" algn="ctr">
                        <a:spcBef>
                          <a:spcPts val="0"/>
                        </a:spcBef>
                        <a:spcAft>
                          <a:spcPts val="0"/>
                        </a:spcAft>
                        <a:buNone/>
                      </a:pPr>
                      <a:r>
                        <a:rPr lang="en-US" sz="1200"/>
                        <a:t>minimal</a:t>
                      </a:r>
                      <a:endParaRPr sz="1200"/>
                    </a:p>
                  </a:txBody>
                  <a:tcPr marT="45725" marB="45725" marR="91450" marL="91450"/>
                </a:tc>
                <a:tc>
                  <a:txBody>
                    <a:bodyPr/>
                    <a:lstStyle/>
                    <a:p>
                      <a:pPr indent="0" lvl="0" marL="0" marR="0" rtl="0" algn="ctr">
                        <a:spcBef>
                          <a:spcPts val="0"/>
                        </a:spcBef>
                        <a:spcAft>
                          <a:spcPts val="0"/>
                        </a:spcAft>
                        <a:buNone/>
                      </a:pPr>
                      <a:r>
                        <a:rPr lang="en-US" sz="1200"/>
                        <a:t>50-100 bps</a:t>
                      </a:r>
                      <a:endParaRPr sz="1200"/>
                    </a:p>
                    <a:p>
                      <a:pPr indent="0" lvl="0" marL="0" marR="0" rtl="0" algn="ctr">
                        <a:spcBef>
                          <a:spcPts val="0"/>
                        </a:spcBef>
                        <a:spcAft>
                          <a:spcPts val="0"/>
                        </a:spcAft>
                        <a:buNone/>
                      </a:pPr>
                      <a:r>
                        <a:t/>
                      </a:r>
                      <a:endParaRPr sz="1200"/>
                    </a:p>
                  </a:txBody>
                  <a:tcPr marT="45725" marB="45725" marR="91450" marL="91450"/>
                </a:tc>
                <a:tc>
                  <a:txBody>
                    <a:bodyPr/>
                    <a:lstStyle/>
                    <a:p>
                      <a:pPr indent="0" lvl="0" marL="0" marR="0" rtl="0" algn="ctr">
                        <a:spcBef>
                          <a:spcPts val="0"/>
                        </a:spcBef>
                        <a:spcAft>
                          <a:spcPts val="0"/>
                        </a:spcAft>
                        <a:buNone/>
                      </a:pPr>
                      <a:r>
                        <a:t/>
                      </a:r>
                      <a:endParaRPr sz="1200"/>
                    </a:p>
                  </a:txBody>
                  <a:tcPr marT="45725" marB="45725" marR="91450" marL="91450"/>
                </a:tc>
              </a:tr>
              <a:tr h="529775">
                <a:tc>
                  <a:txBody>
                    <a:bodyPr/>
                    <a:lstStyle/>
                    <a:p>
                      <a:pPr indent="0" lvl="0" marL="0" marR="0" rtl="0" algn="ctr">
                        <a:spcBef>
                          <a:spcPts val="0"/>
                        </a:spcBef>
                        <a:spcAft>
                          <a:spcPts val="0"/>
                        </a:spcAft>
                        <a:buNone/>
                      </a:pPr>
                      <a:r>
                        <a:rPr b="1" lang="en-US" sz="1200"/>
                        <a:t>5</a:t>
                      </a:r>
                      <a:endParaRPr b="1" sz="1200"/>
                    </a:p>
                  </a:txBody>
                  <a:tcPr marT="45725" marB="45725" marR="91450" marL="91450"/>
                </a:tc>
                <a:tc>
                  <a:txBody>
                    <a:bodyPr/>
                    <a:lstStyle/>
                    <a:p>
                      <a:pPr indent="0" lvl="0" marL="0" marR="0" rtl="0" algn="l">
                        <a:spcBef>
                          <a:spcPts val="0"/>
                        </a:spcBef>
                        <a:spcAft>
                          <a:spcPts val="0"/>
                        </a:spcAft>
                        <a:buNone/>
                      </a:pPr>
                      <a:r>
                        <a:rPr b="1" lang="en-US" sz="1200"/>
                        <a:t>Rebalancing</a:t>
                      </a:r>
                      <a:endParaRPr b="1" sz="1200"/>
                    </a:p>
                  </a:txBody>
                  <a:tcPr marT="45725" marB="45725" marR="91450" marL="91450"/>
                </a:tc>
                <a:tc>
                  <a:txBody>
                    <a:bodyPr/>
                    <a:lstStyle/>
                    <a:p>
                      <a:pPr indent="0" lvl="0" marL="0" marR="0" rtl="0" algn="l">
                        <a:spcBef>
                          <a:spcPts val="0"/>
                        </a:spcBef>
                        <a:spcAft>
                          <a:spcPts val="0"/>
                        </a:spcAft>
                        <a:buNone/>
                      </a:pPr>
                      <a:r>
                        <a:rPr lang="en-US" sz="1200"/>
                        <a:t>Between Prime Brokers and Dealers</a:t>
                      </a:r>
                      <a:endParaRPr/>
                    </a:p>
                    <a:p>
                      <a:pPr indent="0" lvl="0" marL="0" marR="0" rtl="0" algn="l">
                        <a:lnSpc>
                          <a:spcPct val="100000"/>
                        </a:lnSpc>
                        <a:spcBef>
                          <a:spcPts val="0"/>
                        </a:spcBef>
                        <a:spcAft>
                          <a:spcPts val="0"/>
                        </a:spcAft>
                        <a:buClr>
                          <a:schemeClr val="dk1"/>
                        </a:buClr>
                        <a:buSzPts val="1200"/>
                        <a:buFont typeface="Calibri"/>
                        <a:buNone/>
                      </a:pPr>
                      <a:r>
                        <a:t/>
                      </a:r>
                      <a:endParaRPr sz="1200"/>
                    </a:p>
                    <a:p>
                      <a:pPr indent="0" lvl="0" marL="0" marR="0" rtl="0" algn="l">
                        <a:lnSpc>
                          <a:spcPct val="100000"/>
                        </a:lnSpc>
                        <a:spcBef>
                          <a:spcPts val="0"/>
                        </a:spcBef>
                        <a:spcAft>
                          <a:spcPts val="0"/>
                        </a:spcAft>
                        <a:buClr>
                          <a:schemeClr val="dk1"/>
                        </a:buClr>
                        <a:buSzPts val="1200"/>
                        <a:buFont typeface="Calibri"/>
                        <a:buNone/>
                      </a:pPr>
                      <a:r>
                        <a:t/>
                      </a:r>
                      <a:endParaRPr sz="1200"/>
                    </a:p>
                  </a:txBody>
                  <a:tcPr marT="45725" marB="45725" marR="91450" marL="91450"/>
                </a:tc>
                <a:tc>
                  <a:txBody>
                    <a:bodyPr/>
                    <a:lstStyle/>
                    <a:p>
                      <a:pPr indent="0" lvl="0" marL="0" marR="0" rtl="0" algn="ctr">
                        <a:spcBef>
                          <a:spcPts val="0"/>
                        </a:spcBef>
                        <a:spcAft>
                          <a:spcPts val="0"/>
                        </a:spcAft>
                        <a:buNone/>
                      </a:pPr>
                      <a:r>
                        <a:rPr lang="en-US" sz="1200"/>
                        <a:t>minimal</a:t>
                      </a:r>
                      <a:endParaRPr sz="1200"/>
                    </a:p>
                  </a:txBody>
                  <a:tcPr marT="45725" marB="45725" marR="91450" marL="91450"/>
                </a:tc>
                <a:tc>
                  <a:txBody>
                    <a:bodyPr/>
                    <a:lstStyle/>
                    <a:p>
                      <a:pPr indent="0" lvl="0" marL="0" marR="0" rtl="0" algn="ctr">
                        <a:spcBef>
                          <a:spcPts val="0"/>
                        </a:spcBef>
                        <a:spcAft>
                          <a:spcPts val="0"/>
                        </a:spcAft>
                        <a:buNone/>
                      </a:pPr>
                      <a:r>
                        <a:rPr lang="en-US" sz="1200"/>
                        <a:t>50-100 bps</a:t>
                      </a:r>
                      <a:endParaRPr sz="1200"/>
                    </a:p>
                  </a:txBody>
                  <a:tcPr marT="45725" marB="45725" marR="91450" marL="91450"/>
                </a:tc>
                <a:tc>
                  <a:txBody>
                    <a:bodyPr/>
                    <a:lstStyle/>
                    <a:p>
                      <a:pPr indent="0" lvl="0" marL="0" marR="0" rtl="0" algn="ctr">
                        <a:spcBef>
                          <a:spcPts val="0"/>
                        </a:spcBef>
                        <a:spcAft>
                          <a:spcPts val="0"/>
                        </a:spcAft>
                        <a:buNone/>
                      </a:pPr>
                      <a:r>
                        <a:t/>
                      </a:r>
                      <a:endParaRPr sz="1200"/>
                    </a:p>
                  </a:txBody>
                  <a:tcPr marT="45725" marB="45725" marR="91450" marL="91450"/>
                </a:tc>
              </a:tr>
              <a:tr h="529775">
                <a:tc>
                  <a:txBody>
                    <a:bodyPr/>
                    <a:lstStyle/>
                    <a:p>
                      <a:pPr indent="0" lvl="0" marL="0" marR="0" rtl="0" algn="ctr">
                        <a:spcBef>
                          <a:spcPts val="0"/>
                        </a:spcBef>
                        <a:spcAft>
                          <a:spcPts val="0"/>
                        </a:spcAft>
                        <a:buNone/>
                      </a:pPr>
                      <a:r>
                        <a:rPr b="1" lang="en-US" sz="1200"/>
                        <a:t>6</a:t>
                      </a:r>
                      <a:endParaRPr b="1" sz="1200"/>
                    </a:p>
                  </a:txBody>
                  <a:tcPr marT="45725" marB="45725" marR="91450" marL="91450"/>
                </a:tc>
                <a:tc>
                  <a:txBody>
                    <a:bodyPr/>
                    <a:lstStyle/>
                    <a:p>
                      <a:pPr indent="0" lvl="0" marL="0" marR="0" rtl="0" algn="l">
                        <a:spcBef>
                          <a:spcPts val="0"/>
                        </a:spcBef>
                        <a:spcAft>
                          <a:spcPts val="0"/>
                        </a:spcAft>
                        <a:buNone/>
                      </a:pPr>
                      <a:r>
                        <a:rPr b="1" lang="en-US" sz="1200"/>
                        <a:t>Structures driven by CIO / PMs</a:t>
                      </a:r>
                      <a:endParaRPr b="1" sz="1200"/>
                    </a:p>
                  </a:txBody>
                  <a:tcPr marT="45725" marB="45725" marR="91450" marL="91450"/>
                </a:tc>
                <a:tc>
                  <a:txBody>
                    <a:bodyPr/>
                    <a:lstStyle/>
                    <a:p>
                      <a:pPr indent="0" lvl="0" marL="0" marR="0" rtl="0" algn="l">
                        <a:spcBef>
                          <a:spcPts val="0"/>
                        </a:spcBef>
                        <a:spcAft>
                          <a:spcPts val="0"/>
                        </a:spcAft>
                        <a:buNone/>
                      </a:pPr>
                      <a:r>
                        <a:rPr lang="en-US" sz="1200"/>
                        <a:t>Replace uncapped outright Linear positions and options with capped Call Spreads / Put Spreads</a:t>
                      </a:r>
                      <a:endParaRPr/>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ctr">
                        <a:spcBef>
                          <a:spcPts val="0"/>
                        </a:spcBef>
                        <a:spcAft>
                          <a:spcPts val="0"/>
                        </a:spcAft>
                        <a:buNone/>
                      </a:pPr>
                      <a:r>
                        <a:rPr lang="en-US" sz="1200"/>
                        <a:t>5-15 bps carry cost</a:t>
                      </a:r>
                      <a:endParaRPr sz="1200"/>
                    </a:p>
                  </a:txBody>
                  <a:tcPr marT="45725" marB="45725" marR="91450" marL="91450"/>
                </a:tc>
                <a:tc>
                  <a:txBody>
                    <a:bodyPr/>
                    <a:lstStyle/>
                    <a:p>
                      <a:pPr indent="0" lvl="0" marL="0" marR="0" rtl="0" algn="ctr">
                        <a:spcBef>
                          <a:spcPts val="0"/>
                        </a:spcBef>
                        <a:spcAft>
                          <a:spcPts val="0"/>
                        </a:spcAft>
                        <a:buNone/>
                      </a:pPr>
                      <a:r>
                        <a:rPr lang="en-US" sz="1200"/>
                        <a:t>50-100 bps</a:t>
                      </a:r>
                      <a:endParaRPr sz="1200"/>
                    </a:p>
                  </a:txBody>
                  <a:tcPr marT="45725" marB="45725" marR="91450" marL="91450"/>
                </a:tc>
                <a:tc>
                  <a:txBody>
                    <a:bodyPr/>
                    <a:lstStyle/>
                    <a:p>
                      <a:pPr indent="0" lvl="0" marL="0" marR="0" rtl="0" algn="ctr">
                        <a:spcBef>
                          <a:spcPts val="0"/>
                        </a:spcBef>
                        <a:spcAft>
                          <a:spcPts val="0"/>
                        </a:spcAft>
                        <a:buNone/>
                      </a:pPr>
                      <a:r>
                        <a:t/>
                      </a:r>
                      <a:endParaRPr sz="1200"/>
                    </a:p>
                  </a:txBody>
                  <a:tcPr marT="45725" marB="45725" marR="91450" marL="91450"/>
                </a:tc>
              </a:tr>
              <a:tr h="529775">
                <a:tc>
                  <a:txBody>
                    <a:bodyPr/>
                    <a:lstStyle/>
                    <a:p>
                      <a:pPr indent="0" lvl="0" marL="0" marR="0" rtl="0" algn="ctr">
                        <a:spcBef>
                          <a:spcPts val="0"/>
                        </a:spcBef>
                        <a:spcAft>
                          <a:spcPts val="0"/>
                        </a:spcAft>
                        <a:buNone/>
                      </a:pPr>
                      <a:r>
                        <a:rPr b="1" lang="en-US" sz="1200"/>
                        <a:t>7</a:t>
                      </a:r>
                      <a:endParaRPr b="1" sz="1200"/>
                    </a:p>
                  </a:txBody>
                  <a:tcPr marT="45725" marB="45725" marR="91450" marL="91450"/>
                </a:tc>
                <a:tc>
                  <a:txBody>
                    <a:bodyPr/>
                    <a:lstStyle/>
                    <a:p>
                      <a:pPr indent="0" lvl="0" marL="0" marR="0" rtl="0" algn="l">
                        <a:spcBef>
                          <a:spcPts val="0"/>
                        </a:spcBef>
                        <a:spcAft>
                          <a:spcPts val="0"/>
                        </a:spcAft>
                        <a:buNone/>
                      </a:pPr>
                      <a:r>
                        <a:rPr b="1" lang="en-US" sz="1200"/>
                        <a:t>Treasury Overlay Structures</a:t>
                      </a:r>
                      <a:endParaRPr b="1" sz="1200"/>
                    </a:p>
                  </a:txBody>
                  <a:tcPr marT="45725" marB="45725" marR="91450" marL="91450"/>
                </a:tc>
                <a:tc>
                  <a:txBody>
                    <a:bodyPr/>
                    <a:lstStyle/>
                    <a:p>
                      <a:pPr indent="0" lvl="0" marL="0" marR="0" rtl="0" algn="l">
                        <a:spcBef>
                          <a:spcPts val="0"/>
                        </a:spcBef>
                        <a:spcAft>
                          <a:spcPts val="0"/>
                        </a:spcAft>
                        <a:buNone/>
                      </a:pPr>
                      <a:r>
                        <a:rPr lang="en-US" sz="1200"/>
                        <a:t>Prime Broker / Dealer bespoke structures to finance the difference between House and Regulatory Margin</a:t>
                      </a:r>
                      <a:endParaRPr/>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ctr">
                        <a:spcBef>
                          <a:spcPts val="0"/>
                        </a:spcBef>
                        <a:spcAft>
                          <a:spcPts val="0"/>
                        </a:spcAft>
                        <a:buNone/>
                      </a:pPr>
                      <a:r>
                        <a:rPr lang="en-US" sz="1200"/>
                        <a:t>100-200 bps carry cost</a:t>
                      </a:r>
                      <a:endParaRPr sz="1200"/>
                    </a:p>
                  </a:txBody>
                  <a:tcPr marT="45725" marB="45725" marR="91450" marL="91450"/>
                </a:tc>
                <a:tc>
                  <a:txBody>
                    <a:bodyPr/>
                    <a:lstStyle/>
                    <a:p>
                      <a:pPr indent="0" lvl="0" marL="0" marR="0" rtl="0" algn="ctr">
                        <a:spcBef>
                          <a:spcPts val="0"/>
                        </a:spcBef>
                        <a:spcAft>
                          <a:spcPts val="0"/>
                        </a:spcAft>
                        <a:buNone/>
                      </a:pPr>
                      <a:r>
                        <a:rPr lang="en-US" sz="1200"/>
                        <a:t>600-700 bps</a:t>
                      </a:r>
                      <a:endParaRPr sz="1200"/>
                    </a:p>
                  </a:txBody>
                  <a:tcPr marT="45725" marB="45725" marR="91450" marL="91450"/>
                </a:tc>
                <a:tc>
                  <a:txBody>
                    <a:bodyPr/>
                    <a:lstStyle/>
                    <a:p>
                      <a:pPr indent="0" lvl="0" marL="0" marR="0" rtl="0" algn="ctr">
                        <a:spcBef>
                          <a:spcPts val="0"/>
                        </a:spcBef>
                        <a:spcAft>
                          <a:spcPts val="0"/>
                        </a:spcAft>
                        <a:buNone/>
                      </a:pPr>
                      <a:r>
                        <a:t/>
                      </a:r>
                      <a:endParaRPr sz="1200"/>
                    </a:p>
                  </a:txBody>
                  <a:tcPr marT="45725" marB="45725" marR="91450" marL="9145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txBox="1"/>
          <p:nvPr>
            <p:ph type="title"/>
          </p:nvPr>
        </p:nvSpPr>
        <p:spPr>
          <a:xfrm>
            <a:off x="381000" y="454025"/>
            <a:ext cx="8229600" cy="722313"/>
          </a:xfrm>
          <a:prstGeom prst="rect">
            <a:avLst/>
          </a:prstGeom>
          <a:noFill/>
          <a:ln>
            <a:noFill/>
          </a:ln>
        </p:spPr>
        <p:txBody>
          <a:bodyPr anchorCtr="0" anchor="b" bIns="18275" lIns="91425" spcFirstLastPara="1" rIns="91425" wrap="square" tIns="0">
            <a:noAutofit/>
          </a:bodyPr>
          <a:lstStyle/>
          <a:p>
            <a:pPr indent="0" lvl="0" marL="0" rtl="0" algn="l">
              <a:spcBef>
                <a:spcPts val="0"/>
              </a:spcBef>
              <a:spcAft>
                <a:spcPts val="0"/>
              </a:spcAft>
              <a:buClr>
                <a:srgbClr val="174A7C"/>
              </a:buClr>
              <a:buSzPts val="2400"/>
              <a:buFont typeface="Calibri"/>
              <a:buNone/>
            </a:pPr>
            <a:r>
              <a:rPr lang="en-US"/>
              <a:t>Case Study: 	Alpha Available from Prime Brokerage, </a:t>
            </a:r>
            <a:br>
              <a:rPr lang="en-US"/>
            </a:br>
            <a:r>
              <a:rPr lang="en-US"/>
              <a:t>		Treasury and Liquidity Optimisations</a:t>
            </a:r>
            <a:endParaRPr b="0" baseline="30000"/>
          </a:p>
        </p:txBody>
      </p:sp>
      <p:pic>
        <p:nvPicPr>
          <p:cNvPr id="140" name="Google Shape;140;p6"/>
          <p:cNvPicPr preferRelativeResize="0"/>
          <p:nvPr/>
        </p:nvPicPr>
        <p:blipFill rotWithShape="1">
          <a:blip r:embed="rId3">
            <a:alphaModFix/>
          </a:blip>
          <a:srcRect b="0" l="0" r="0" t="0"/>
          <a:stretch/>
        </p:blipFill>
        <p:spPr>
          <a:xfrm>
            <a:off x="7620000" y="135035"/>
            <a:ext cx="1080156" cy="1011242"/>
          </a:xfrm>
          <a:prstGeom prst="rect">
            <a:avLst/>
          </a:prstGeom>
          <a:noFill/>
          <a:ln>
            <a:noFill/>
          </a:ln>
        </p:spPr>
      </p:pic>
      <p:pic>
        <p:nvPicPr>
          <p:cNvPr id="141" name="Google Shape;141;p6"/>
          <p:cNvPicPr preferRelativeResize="0"/>
          <p:nvPr/>
        </p:nvPicPr>
        <p:blipFill rotWithShape="1">
          <a:blip r:embed="rId4">
            <a:alphaModFix/>
          </a:blip>
          <a:srcRect b="0" l="0" r="0" t="0"/>
          <a:stretch/>
        </p:blipFill>
        <p:spPr>
          <a:xfrm>
            <a:off x="457200" y="1219200"/>
            <a:ext cx="7566731" cy="2543175"/>
          </a:xfrm>
          <a:prstGeom prst="rect">
            <a:avLst/>
          </a:prstGeom>
          <a:noFill/>
          <a:ln>
            <a:noFill/>
          </a:ln>
        </p:spPr>
      </p:pic>
      <p:pic>
        <p:nvPicPr>
          <p:cNvPr id="142" name="Google Shape;142;p6"/>
          <p:cNvPicPr preferRelativeResize="0"/>
          <p:nvPr/>
        </p:nvPicPr>
        <p:blipFill rotWithShape="1">
          <a:blip r:embed="rId5">
            <a:alphaModFix/>
          </a:blip>
          <a:srcRect b="0" l="0" r="0" t="0"/>
          <a:stretch/>
        </p:blipFill>
        <p:spPr>
          <a:xfrm>
            <a:off x="457200" y="3962400"/>
            <a:ext cx="7566731" cy="2543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7"/>
          <p:cNvPicPr preferRelativeResize="0"/>
          <p:nvPr/>
        </p:nvPicPr>
        <p:blipFill rotWithShape="1">
          <a:blip r:embed="rId3">
            <a:alphaModFix/>
          </a:blip>
          <a:srcRect b="0" l="0" r="0" t="0"/>
          <a:stretch/>
        </p:blipFill>
        <p:spPr>
          <a:xfrm>
            <a:off x="7620000" y="135035"/>
            <a:ext cx="1080156" cy="1011242"/>
          </a:xfrm>
          <a:prstGeom prst="rect">
            <a:avLst/>
          </a:prstGeom>
          <a:noFill/>
          <a:ln>
            <a:noFill/>
          </a:ln>
        </p:spPr>
      </p:pic>
      <p:sp>
        <p:nvSpPr>
          <p:cNvPr id="149" name="Google Shape;149;p7"/>
          <p:cNvSpPr txBox="1"/>
          <p:nvPr>
            <p:ph type="title"/>
          </p:nvPr>
        </p:nvSpPr>
        <p:spPr>
          <a:xfrm>
            <a:off x="457200" y="454025"/>
            <a:ext cx="8229600" cy="722313"/>
          </a:xfrm>
          <a:prstGeom prst="rect">
            <a:avLst/>
          </a:prstGeom>
          <a:noFill/>
          <a:ln>
            <a:noFill/>
          </a:ln>
        </p:spPr>
        <p:txBody>
          <a:bodyPr anchorCtr="0" anchor="b" bIns="18275" lIns="91425" spcFirstLastPara="1" rIns="91425" wrap="square" tIns="0">
            <a:normAutofit/>
          </a:bodyPr>
          <a:lstStyle/>
          <a:p>
            <a:pPr indent="0" lvl="0" marL="0" rtl="0" algn="l">
              <a:spcBef>
                <a:spcPts val="0"/>
              </a:spcBef>
              <a:spcAft>
                <a:spcPts val="0"/>
              </a:spcAft>
              <a:buClr>
                <a:srgbClr val="174A7C"/>
              </a:buClr>
              <a:buSzPts val="2400"/>
              <a:buFont typeface="Calibri"/>
              <a:buNone/>
            </a:pPr>
            <a:r>
              <a:rPr lang="en-US"/>
              <a:t>Delta Strategies – An S Curves Approach to Optimisations</a:t>
            </a:r>
            <a:endParaRPr b="0" baseline="30000"/>
          </a:p>
        </p:txBody>
      </p:sp>
      <p:sp>
        <p:nvSpPr>
          <p:cNvPr id="150" name="Google Shape;150;p7"/>
          <p:cNvSpPr/>
          <p:nvPr/>
        </p:nvSpPr>
        <p:spPr>
          <a:xfrm>
            <a:off x="376649" y="5645708"/>
            <a:ext cx="2306315" cy="643529"/>
          </a:xfrm>
          <a:prstGeom prst="rect">
            <a:avLst/>
          </a:prstGeom>
          <a:solidFill>
            <a:schemeClr val="accent1"/>
          </a:solidFill>
          <a:ln cap="flat" cmpd="sng" w="9525">
            <a:solidFill>
              <a:srgbClr val="13487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Client Co-location and integration to focus on Outcomes</a:t>
            </a:r>
            <a:endParaRPr b="1" sz="1400">
              <a:solidFill>
                <a:schemeClr val="lt1"/>
              </a:solidFill>
              <a:latin typeface="Arial"/>
              <a:ea typeface="Arial"/>
              <a:cs typeface="Arial"/>
              <a:sym typeface="Arial"/>
            </a:endParaRPr>
          </a:p>
        </p:txBody>
      </p:sp>
      <p:sp>
        <p:nvSpPr>
          <p:cNvPr id="151" name="Google Shape;151;p7"/>
          <p:cNvSpPr/>
          <p:nvPr/>
        </p:nvSpPr>
        <p:spPr>
          <a:xfrm>
            <a:off x="3307213" y="5647336"/>
            <a:ext cx="2447108" cy="643529"/>
          </a:xfrm>
          <a:prstGeom prst="rect">
            <a:avLst/>
          </a:prstGeom>
          <a:solidFill>
            <a:schemeClr val="accent1"/>
          </a:solidFill>
          <a:ln cap="flat" cmpd="sng" w="9525">
            <a:solidFill>
              <a:srgbClr val="13487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Marginal Valuation Approach, scale up positive selections, avoid negative selections</a:t>
            </a:r>
            <a:endParaRPr b="1" sz="1400">
              <a:solidFill>
                <a:schemeClr val="lt1"/>
              </a:solidFill>
              <a:latin typeface="Arial"/>
              <a:ea typeface="Arial"/>
              <a:cs typeface="Arial"/>
              <a:sym typeface="Arial"/>
            </a:endParaRPr>
          </a:p>
        </p:txBody>
      </p:sp>
      <p:sp>
        <p:nvSpPr>
          <p:cNvPr id="152" name="Google Shape;152;p7"/>
          <p:cNvSpPr/>
          <p:nvPr/>
        </p:nvSpPr>
        <p:spPr>
          <a:xfrm>
            <a:off x="6435783" y="5631548"/>
            <a:ext cx="2380712" cy="643529"/>
          </a:xfrm>
          <a:prstGeom prst="rect">
            <a:avLst/>
          </a:prstGeom>
          <a:solidFill>
            <a:schemeClr val="accent1"/>
          </a:solidFill>
          <a:ln cap="flat" cmpd="sng" w="9525">
            <a:solidFill>
              <a:srgbClr val="00352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Create both Trade Views and portfolio/ Entity Views of Financial Resource Usage</a:t>
            </a:r>
            <a:endParaRPr b="1" sz="1400">
              <a:solidFill>
                <a:schemeClr val="lt1"/>
              </a:solidFill>
              <a:latin typeface="Arial"/>
              <a:ea typeface="Arial"/>
              <a:cs typeface="Arial"/>
              <a:sym typeface="Arial"/>
            </a:endParaRPr>
          </a:p>
        </p:txBody>
      </p:sp>
      <p:sp>
        <p:nvSpPr>
          <p:cNvPr id="153" name="Google Shape;153;p7"/>
          <p:cNvSpPr/>
          <p:nvPr/>
        </p:nvSpPr>
        <p:spPr>
          <a:xfrm>
            <a:off x="381000" y="1665327"/>
            <a:ext cx="2306315" cy="643529"/>
          </a:xfrm>
          <a:prstGeom prst="rect">
            <a:avLst/>
          </a:prstGeom>
          <a:solidFill>
            <a:schemeClr val="accent1"/>
          </a:solidFill>
          <a:ln cap="flat" cmpd="sng" w="9525">
            <a:solidFill>
              <a:srgbClr val="13487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Set-up</a:t>
            </a:r>
            <a:endParaRPr b="1" sz="1400">
              <a:solidFill>
                <a:schemeClr val="lt1"/>
              </a:solidFill>
              <a:latin typeface="Arial"/>
              <a:ea typeface="Arial"/>
              <a:cs typeface="Arial"/>
              <a:sym typeface="Arial"/>
            </a:endParaRPr>
          </a:p>
        </p:txBody>
      </p:sp>
      <p:sp>
        <p:nvSpPr>
          <p:cNvPr id="154" name="Google Shape;154;p7"/>
          <p:cNvSpPr/>
          <p:nvPr/>
        </p:nvSpPr>
        <p:spPr>
          <a:xfrm>
            <a:off x="3300134" y="1678385"/>
            <a:ext cx="2447108" cy="643529"/>
          </a:xfrm>
          <a:prstGeom prst="rect">
            <a:avLst/>
          </a:prstGeom>
          <a:solidFill>
            <a:schemeClr val="accent1"/>
          </a:solidFill>
          <a:ln cap="flat" cmpd="sng" w="9525">
            <a:solidFill>
              <a:srgbClr val="13487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Philosophy</a:t>
            </a:r>
            <a:endParaRPr b="1" sz="1800">
              <a:solidFill>
                <a:schemeClr val="lt1"/>
              </a:solidFill>
              <a:latin typeface="Arial"/>
              <a:ea typeface="Arial"/>
              <a:cs typeface="Arial"/>
              <a:sym typeface="Arial"/>
            </a:endParaRPr>
          </a:p>
        </p:txBody>
      </p:sp>
      <p:sp>
        <p:nvSpPr>
          <p:cNvPr id="155" name="Google Shape;155;p7"/>
          <p:cNvSpPr/>
          <p:nvPr/>
        </p:nvSpPr>
        <p:spPr>
          <a:xfrm>
            <a:off x="6435782" y="1674027"/>
            <a:ext cx="2388733" cy="643529"/>
          </a:xfrm>
          <a:prstGeom prst="rect">
            <a:avLst/>
          </a:prstGeom>
          <a:solidFill>
            <a:schemeClr val="accent1"/>
          </a:solidFill>
          <a:ln cap="flat" cmpd="sng" w="9525">
            <a:solidFill>
              <a:srgbClr val="13487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Outcomes</a:t>
            </a:r>
            <a:endParaRPr b="1" sz="1800">
              <a:solidFill>
                <a:schemeClr val="lt1"/>
              </a:solidFill>
              <a:latin typeface="Arial"/>
              <a:ea typeface="Arial"/>
              <a:cs typeface="Arial"/>
              <a:sym typeface="Arial"/>
            </a:endParaRPr>
          </a:p>
        </p:txBody>
      </p:sp>
      <p:sp>
        <p:nvSpPr>
          <p:cNvPr id="156" name="Google Shape;156;p7"/>
          <p:cNvSpPr/>
          <p:nvPr/>
        </p:nvSpPr>
        <p:spPr>
          <a:xfrm>
            <a:off x="217566" y="1807322"/>
            <a:ext cx="392034" cy="365125"/>
          </a:xfrm>
          <a:prstGeom prst="flowChartConnector">
            <a:avLst/>
          </a:prstGeom>
          <a:solidFill>
            <a:schemeClr val="accent1"/>
          </a:solidFill>
          <a:ln cap="flat" cmpd="sng" w="9525">
            <a:solidFill>
              <a:schemeClr val="lt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1</a:t>
            </a:r>
            <a:endParaRPr b="1" sz="1800">
              <a:solidFill>
                <a:schemeClr val="lt1"/>
              </a:solidFill>
              <a:latin typeface="Arial"/>
              <a:ea typeface="Arial"/>
              <a:cs typeface="Arial"/>
              <a:sym typeface="Arial"/>
            </a:endParaRPr>
          </a:p>
        </p:txBody>
      </p:sp>
      <p:sp>
        <p:nvSpPr>
          <p:cNvPr id="157" name="Google Shape;157;p7"/>
          <p:cNvSpPr/>
          <p:nvPr/>
        </p:nvSpPr>
        <p:spPr>
          <a:xfrm>
            <a:off x="3101318" y="1811670"/>
            <a:ext cx="392034" cy="365125"/>
          </a:xfrm>
          <a:prstGeom prst="flowChartConnector">
            <a:avLst/>
          </a:prstGeom>
          <a:solidFill>
            <a:schemeClr val="accent1"/>
          </a:solidFill>
          <a:ln cap="flat" cmpd="sng" w="9525">
            <a:solidFill>
              <a:schemeClr val="lt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2</a:t>
            </a:r>
            <a:endParaRPr b="1" sz="1800">
              <a:solidFill>
                <a:schemeClr val="lt1"/>
              </a:solidFill>
              <a:latin typeface="Arial"/>
              <a:ea typeface="Arial"/>
              <a:cs typeface="Arial"/>
              <a:sym typeface="Arial"/>
            </a:endParaRPr>
          </a:p>
        </p:txBody>
      </p:sp>
      <p:sp>
        <p:nvSpPr>
          <p:cNvPr id="158" name="Google Shape;158;p7"/>
          <p:cNvSpPr/>
          <p:nvPr/>
        </p:nvSpPr>
        <p:spPr>
          <a:xfrm>
            <a:off x="6248400" y="1798601"/>
            <a:ext cx="408494" cy="365125"/>
          </a:xfrm>
          <a:prstGeom prst="flowChartConnector">
            <a:avLst/>
          </a:prstGeom>
          <a:solidFill>
            <a:schemeClr val="accent1"/>
          </a:solidFill>
          <a:ln cap="flat" cmpd="sng" w="9525">
            <a:solidFill>
              <a:schemeClr val="lt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3</a:t>
            </a:r>
            <a:endParaRPr b="1" sz="1800">
              <a:solidFill>
                <a:schemeClr val="lt1"/>
              </a:solidFill>
              <a:latin typeface="Arial"/>
              <a:ea typeface="Arial"/>
              <a:cs typeface="Arial"/>
              <a:sym typeface="Arial"/>
            </a:endParaRPr>
          </a:p>
        </p:txBody>
      </p:sp>
      <p:sp>
        <p:nvSpPr>
          <p:cNvPr id="159" name="Google Shape;159;p7"/>
          <p:cNvSpPr/>
          <p:nvPr/>
        </p:nvSpPr>
        <p:spPr>
          <a:xfrm>
            <a:off x="2687457" y="1817743"/>
            <a:ext cx="416813" cy="385179"/>
          </a:xfrm>
          <a:prstGeom prst="mathPlus">
            <a:avLst>
              <a:gd fmla="val 23520" name="adj1"/>
            </a:avLst>
          </a:prstGeom>
          <a:solidFill>
            <a:schemeClr val="accent1"/>
          </a:solidFill>
          <a:ln cap="flat" cmpd="sng" w="9525">
            <a:solidFill>
              <a:schemeClr val="lt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0" name="Google Shape;160;p7"/>
          <p:cNvSpPr/>
          <p:nvPr/>
        </p:nvSpPr>
        <p:spPr>
          <a:xfrm>
            <a:off x="5737866" y="1786360"/>
            <a:ext cx="510534" cy="466817"/>
          </a:xfrm>
          <a:prstGeom prst="mathEqual">
            <a:avLst>
              <a:gd fmla="val 23520" name="adj1"/>
              <a:gd fmla="val 11760" name="adj2"/>
            </a:avLst>
          </a:prstGeom>
          <a:solidFill>
            <a:schemeClr val="accent1"/>
          </a:solidFill>
          <a:ln cap="flat" cmpd="sng" w="9525">
            <a:solidFill>
              <a:schemeClr val="lt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61" name="Google Shape;161;p7"/>
          <p:cNvSpPr/>
          <p:nvPr/>
        </p:nvSpPr>
        <p:spPr>
          <a:xfrm>
            <a:off x="6427762" y="2423891"/>
            <a:ext cx="2396754" cy="3053810"/>
          </a:xfrm>
          <a:prstGeom prst="rect">
            <a:avLst/>
          </a:prstGeom>
          <a:solidFill>
            <a:schemeClr val="lt1"/>
          </a:solidFill>
          <a:ln cap="flat" cmpd="sng" w="25400">
            <a:solidFill>
              <a:schemeClr val="dk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2" name="Google Shape;162;p7"/>
          <p:cNvSpPr/>
          <p:nvPr/>
        </p:nvSpPr>
        <p:spPr>
          <a:xfrm>
            <a:off x="6477716" y="2692958"/>
            <a:ext cx="278652" cy="321816"/>
          </a:xfrm>
          <a:prstGeom prst="upArrow">
            <a:avLst>
              <a:gd fmla="val 50000" name="adj1"/>
              <a:gd fmla="val 50000" name="adj2"/>
            </a:avLst>
          </a:prstGeom>
          <a:solidFill>
            <a:srgbClr val="00B050"/>
          </a:solidFill>
          <a:ln cap="flat" cmpd="sng" w="9525">
            <a:solidFill>
              <a:srgbClr val="13487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highlight>
                <a:srgbClr val="00FF00"/>
              </a:highlight>
              <a:latin typeface="Arial"/>
              <a:ea typeface="Arial"/>
              <a:cs typeface="Arial"/>
              <a:sym typeface="Arial"/>
            </a:endParaRPr>
          </a:p>
        </p:txBody>
      </p:sp>
      <p:sp>
        <p:nvSpPr>
          <p:cNvPr id="163" name="Google Shape;163;p7"/>
          <p:cNvSpPr/>
          <p:nvPr/>
        </p:nvSpPr>
        <p:spPr>
          <a:xfrm>
            <a:off x="6473366" y="3184990"/>
            <a:ext cx="278652" cy="321816"/>
          </a:xfrm>
          <a:prstGeom prst="upArrow">
            <a:avLst>
              <a:gd fmla="val 50000" name="adj1"/>
              <a:gd fmla="val 50000" name="adj2"/>
            </a:avLst>
          </a:prstGeom>
          <a:solidFill>
            <a:srgbClr val="00B050"/>
          </a:solidFill>
          <a:ln cap="flat" cmpd="sng" w="9525">
            <a:solidFill>
              <a:srgbClr val="13487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4" name="Google Shape;164;p7"/>
          <p:cNvSpPr/>
          <p:nvPr/>
        </p:nvSpPr>
        <p:spPr>
          <a:xfrm>
            <a:off x="6469691" y="3624776"/>
            <a:ext cx="278652" cy="321816"/>
          </a:xfrm>
          <a:prstGeom prst="upArrow">
            <a:avLst>
              <a:gd fmla="val 50000" name="adj1"/>
              <a:gd fmla="val 50000" name="adj2"/>
            </a:avLst>
          </a:prstGeom>
          <a:solidFill>
            <a:srgbClr val="00B050"/>
          </a:solidFill>
          <a:ln cap="flat" cmpd="sng" w="9525">
            <a:solidFill>
              <a:srgbClr val="13487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5" name="Google Shape;165;p7"/>
          <p:cNvSpPr/>
          <p:nvPr/>
        </p:nvSpPr>
        <p:spPr>
          <a:xfrm rot="10800000">
            <a:off x="6469684" y="4539180"/>
            <a:ext cx="278652" cy="321816"/>
          </a:xfrm>
          <a:prstGeom prst="upArrow">
            <a:avLst>
              <a:gd fmla="val 50000" name="adj1"/>
              <a:gd fmla="val 50000" name="adj2"/>
            </a:avLst>
          </a:prstGeom>
          <a:solidFill>
            <a:srgbClr val="00B050"/>
          </a:solidFill>
          <a:ln cap="flat" cmpd="sng" w="9525">
            <a:solidFill>
              <a:srgbClr val="13487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6" name="Google Shape;166;p7"/>
          <p:cNvSpPr/>
          <p:nvPr/>
        </p:nvSpPr>
        <p:spPr>
          <a:xfrm rot="10800000">
            <a:off x="6473352" y="4987666"/>
            <a:ext cx="278652" cy="321816"/>
          </a:xfrm>
          <a:prstGeom prst="upArrow">
            <a:avLst>
              <a:gd fmla="val 50000" name="adj1"/>
              <a:gd fmla="val 50000" name="adj2"/>
            </a:avLst>
          </a:prstGeom>
          <a:solidFill>
            <a:srgbClr val="00B050"/>
          </a:solidFill>
          <a:ln cap="flat" cmpd="sng" w="9525">
            <a:solidFill>
              <a:srgbClr val="13487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7" name="Google Shape;167;p7"/>
          <p:cNvSpPr txBox="1"/>
          <p:nvPr/>
        </p:nvSpPr>
        <p:spPr>
          <a:xfrm>
            <a:off x="6763055" y="2728336"/>
            <a:ext cx="2165733" cy="276998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Investment Returns</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1400">
                <a:solidFill>
                  <a:schemeClr val="dk1"/>
                </a:solidFill>
                <a:latin typeface="Arial"/>
                <a:ea typeface="Arial"/>
                <a:cs typeface="Arial"/>
                <a:sym typeface="Arial"/>
              </a:rPr>
              <a:t>Netting / Optimisation</a:t>
            </a:r>
            <a:endParaRPr sz="1400">
              <a:solidFill>
                <a:schemeClr val="dk1"/>
              </a:solidFill>
              <a:latin typeface="Arial"/>
              <a:ea typeface="Arial"/>
              <a:cs typeface="Arial"/>
              <a:sym typeface="Arial"/>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en-US" sz="1400">
                <a:solidFill>
                  <a:schemeClr val="dk1"/>
                </a:solidFill>
                <a:latin typeface="Arial"/>
                <a:ea typeface="Arial"/>
                <a:cs typeface="Arial"/>
                <a:sym typeface="Arial"/>
              </a:rPr>
              <a:t>Sharpe / Sortino </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en-US" sz="1400">
                <a:solidFill>
                  <a:schemeClr val="dk1"/>
                </a:solidFill>
                <a:latin typeface="Arial"/>
                <a:ea typeface="Arial"/>
                <a:cs typeface="Arial"/>
                <a:sym typeface="Arial"/>
              </a:rPr>
              <a:t>Initial Margin  </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en-US" sz="1400">
                <a:solidFill>
                  <a:schemeClr val="dk1"/>
                </a:solidFill>
                <a:latin typeface="Arial"/>
                <a:ea typeface="Arial"/>
                <a:cs typeface="Arial"/>
                <a:sym typeface="Arial"/>
              </a:rPr>
              <a:t>Costs / Unsecured Funding charges</a:t>
            </a:r>
            <a:endParaRPr sz="1400">
              <a:solidFill>
                <a:schemeClr val="dk1"/>
              </a:solidFill>
              <a:latin typeface="Arial"/>
              <a:ea typeface="Arial"/>
              <a:cs typeface="Arial"/>
              <a:sym typeface="Arial"/>
            </a:endParaRPr>
          </a:p>
        </p:txBody>
      </p:sp>
      <p:sp>
        <p:nvSpPr>
          <p:cNvPr id="168" name="Google Shape;168;p7"/>
          <p:cNvSpPr/>
          <p:nvPr/>
        </p:nvSpPr>
        <p:spPr>
          <a:xfrm>
            <a:off x="3282726" y="2419531"/>
            <a:ext cx="2447108" cy="765459"/>
          </a:xfrm>
          <a:prstGeom prst="rect">
            <a:avLst/>
          </a:prstGeom>
          <a:solidFill>
            <a:schemeClr val="lt1"/>
          </a:solidFill>
          <a:ln cap="flat" cmpd="sng" w="31750">
            <a:solidFill>
              <a:srgbClr val="54535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(a) Specify &gt; (b) Measure &gt;    (c) Standardise &gt; (d) Normalise &gt; (e) Scale-Up</a:t>
            </a:r>
            <a:endParaRPr sz="1400">
              <a:solidFill>
                <a:schemeClr val="dk1"/>
              </a:solidFill>
              <a:latin typeface="Arial"/>
              <a:ea typeface="Arial"/>
              <a:cs typeface="Arial"/>
              <a:sym typeface="Arial"/>
            </a:endParaRPr>
          </a:p>
        </p:txBody>
      </p:sp>
      <p:sp>
        <p:nvSpPr>
          <p:cNvPr id="169" name="Google Shape;169;p7"/>
          <p:cNvSpPr/>
          <p:nvPr/>
        </p:nvSpPr>
        <p:spPr>
          <a:xfrm>
            <a:off x="3282726" y="3184990"/>
            <a:ext cx="2460165" cy="494729"/>
          </a:xfrm>
          <a:prstGeom prst="flowChartMerge">
            <a:avLst/>
          </a:prstGeom>
          <a:solidFill>
            <a:schemeClr val="accent1"/>
          </a:solidFill>
          <a:ln cap="flat" cmpd="sng" w="9525">
            <a:solidFill>
              <a:srgbClr val="00352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500">
              <a:solidFill>
                <a:schemeClr val="lt1"/>
              </a:solidFill>
              <a:latin typeface="Arial"/>
              <a:ea typeface="Arial"/>
              <a:cs typeface="Arial"/>
              <a:sym typeface="Arial"/>
            </a:endParaRPr>
          </a:p>
          <a:p>
            <a:pPr indent="0" lvl="0" marL="0" marR="0" rtl="0" algn="ctr">
              <a:spcBef>
                <a:spcPts val="0"/>
              </a:spcBef>
              <a:spcAft>
                <a:spcPts val="0"/>
              </a:spcAft>
              <a:buNone/>
            </a:pPr>
            <a:r>
              <a:rPr b="1" lang="en-US" sz="1200">
                <a:solidFill>
                  <a:schemeClr val="lt1"/>
                </a:solidFill>
                <a:latin typeface="Arial"/>
                <a:ea typeface="Arial"/>
                <a:cs typeface="Arial"/>
                <a:sym typeface="Arial"/>
              </a:rPr>
              <a:t>... Actionable Insights</a:t>
            </a:r>
            <a:endParaRPr b="1" sz="1200">
              <a:solidFill>
                <a:schemeClr val="lt1"/>
              </a:solidFill>
              <a:latin typeface="Arial"/>
              <a:ea typeface="Arial"/>
              <a:cs typeface="Arial"/>
              <a:sym typeface="Arial"/>
            </a:endParaRPr>
          </a:p>
        </p:txBody>
      </p:sp>
      <p:cxnSp>
        <p:nvCxnSpPr>
          <p:cNvPr id="170" name="Google Shape;170;p7"/>
          <p:cNvCxnSpPr/>
          <p:nvPr/>
        </p:nvCxnSpPr>
        <p:spPr>
          <a:xfrm>
            <a:off x="3300134" y="5534869"/>
            <a:ext cx="2458957" cy="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cxnSp>
        <p:nvCxnSpPr>
          <p:cNvPr id="171" name="Google Shape;171;p7"/>
          <p:cNvCxnSpPr/>
          <p:nvPr/>
        </p:nvCxnSpPr>
        <p:spPr>
          <a:xfrm rot="10800000">
            <a:off x="3304487" y="3607361"/>
            <a:ext cx="0" cy="192314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cxnSp>
        <p:nvCxnSpPr>
          <p:cNvPr id="172" name="Google Shape;172;p7"/>
          <p:cNvCxnSpPr/>
          <p:nvPr/>
        </p:nvCxnSpPr>
        <p:spPr>
          <a:xfrm>
            <a:off x="3304487" y="4539180"/>
            <a:ext cx="2454604" cy="0"/>
          </a:xfrm>
          <a:prstGeom prst="straightConnector1">
            <a:avLst/>
          </a:prstGeom>
          <a:noFill/>
          <a:ln cap="flat" cmpd="sng" w="12700">
            <a:solidFill>
              <a:schemeClr val="accent1"/>
            </a:solidFill>
            <a:prstDash val="dash"/>
            <a:round/>
            <a:headEnd len="sm" w="sm" type="none"/>
            <a:tailEnd len="sm" w="sm" type="none"/>
          </a:ln>
          <a:effectLst>
            <a:outerShdw blurRad="40000" rotWithShape="0" dir="5400000" dist="20000">
              <a:srgbClr val="000000">
                <a:alpha val="38039"/>
              </a:srgbClr>
            </a:outerShdw>
          </a:effectLst>
        </p:spPr>
      </p:cxnSp>
      <p:cxnSp>
        <p:nvCxnSpPr>
          <p:cNvPr id="173" name="Google Shape;173;p7"/>
          <p:cNvCxnSpPr/>
          <p:nvPr/>
        </p:nvCxnSpPr>
        <p:spPr>
          <a:xfrm flipH="1" rot="10800000">
            <a:off x="4038599" y="3801577"/>
            <a:ext cx="1" cy="1617165"/>
          </a:xfrm>
          <a:prstGeom prst="straightConnector1">
            <a:avLst/>
          </a:prstGeom>
          <a:noFill/>
          <a:ln cap="flat" cmpd="sng" w="12700">
            <a:solidFill>
              <a:schemeClr val="accent1"/>
            </a:solidFill>
            <a:prstDash val="dash"/>
            <a:round/>
            <a:headEnd len="sm" w="sm" type="none"/>
            <a:tailEnd len="sm" w="sm" type="none"/>
          </a:ln>
          <a:effectLst>
            <a:outerShdw blurRad="40000" rotWithShape="0" dir="5400000" dist="20000">
              <a:srgbClr val="000000">
                <a:alpha val="38039"/>
              </a:srgbClr>
            </a:outerShdw>
          </a:effectLst>
        </p:spPr>
      </p:cxnSp>
      <p:cxnSp>
        <p:nvCxnSpPr>
          <p:cNvPr id="174" name="Google Shape;174;p7"/>
          <p:cNvCxnSpPr/>
          <p:nvPr/>
        </p:nvCxnSpPr>
        <p:spPr>
          <a:xfrm flipH="1" rot="10800000">
            <a:off x="5105400" y="3788514"/>
            <a:ext cx="1" cy="1617165"/>
          </a:xfrm>
          <a:prstGeom prst="straightConnector1">
            <a:avLst/>
          </a:prstGeom>
          <a:noFill/>
          <a:ln cap="flat" cmpd="sng" w="12700">
            <a:solidFill>
              <a:schemeClr val="accent1"/>
            </a:solidFill>
            <a:prstDash val="dash"/>
            <a:round/>
            <a:headEnd len="sm" w="sm" type="none"/>
            <a:tailEnd len="sm" w="sm" type="none"/>
          </a:ln>
          <a:effectLst>
            <a:outerShdw blurRad="40000" rotWithShape="0" dir="5400000" dist="20000">
              <a:srgbClr val="000000">
                <a:alpha val="38039"/>
              </a:srgbClr>
            </a:outerShdw>
          </a:effectLst>
        </p:spPr>
      </p:cxnSp>
      <p:sp>
        <p:nvSpPr>
          <p:cNvPr id="175" name="Google Shape;175;p7"/>
          <p:cNvSpPr txBox="1"/>
          <p:nvPr/>
        </p:nvSpPr>
        <p:spPr>
          <a:xfrm>
            <a:off x="3304486" y="3521906"/>
            <a:ext cx="77630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chemeClr val="dk1"/>
                </a:solidFill>
                <a:latin typeface="Arial"/>
                <a:ea typeface="Arial"/>
                <a:cs typeface="Arial"/>
                <a:sym typeface="Arial"/>
              </a:rPr>
              <a:t>Quintile 1</a:t>
            </a:r>
            <a:endParaRPr b="1" sz="1000">
              <a:solidFill>
                <a:schemeClr val="dk1"/>
              </a:solidFill>
              <a:latin typeface="Arial"/>
              <a:ea typeface="Arial"/>
              <a:cs typeface="Arial"/>
              <a:sym typeface="Arial"/>
            </a:endParaRPr>
          </a:p>
        </p:txBody>
      </p:sp>
      <p:sp>
        <p:nvSpPr>
          <p:cNvPr id="176" name="Google Shape;176;p7"/>
          <p:cNvSpPr txBox="1"/>
          <p:nvPr/>
        </p:nvSpPr>
        <p:spPr>
          <a:xfrm>
            <a:off x="5170304" y="3506120"/>
            <a:ext cx="803378"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chemeClr val="dk1"/>
                </a:solidFill>
                <a:latin typeface="Arial"/>
                <a:ea typeface="Arial"/>
                <a:cs typeface="Arial"/>
                <a:sym typeface="Arial"/>
              </a:rPr>
              <a:t>Quintile 5</a:t>
            </a:r>
            <a:endParaRPr b="1" sz="1000">
              <a:solidFill>
                <a:schemeClr val="dk1"/>
              </a:solidFill>
              <a:latin typeface="Arial"/>
              <a:ea typeface="Arial"/>
              <a:cs typeface="Arial"/>
              <a:sym typeface="Arial"/>
            </a:endParaRPr>
          </a:p>
        </p:txBody>
      </p:sp>
      <p:sp>
        <p:nvSpPr>
          <p:cNvPr id="177" name="Google Shape;177;p7"/>
          <p:cNvSpPr txBox="1"/>
          <p:nvPr/>
        </p:nvSpPr>
        <p:spPr>
          <a:xfrm>
            <a:off x="5181600" y="3657600"/>
            <a:ext cx="830811" cy="8617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Arial"/>
                <a:ea typeface="Arial"/>
                <a:cs typeface="Arial"/>
                <a:sym typeface="Arial"/>
              </a:rPr>
              <a:t>Reduce and minimize  </a:t>
            </a:r>
            <a:endParaRPr/>
          </a:p>
          <a:p>
            <a:pPr indent="0" lvl="0" marL="0" marR="0" rtl="0" algn="l">
              <a:spcBef>
                <a:spcPts val="0"/>
              </a:spcBef>
              <a:spcAft>
                <a:spcPts val="0"/>
              </a:spcAft>
              <a:buNone/>
            </a:pPr>
            <a:r>
              <a:rPr b="1" lang="en-US" sz="1000">
                <a:solidFill>
                  <a:srgbClr val="FF0000"/>
                </a:solidFill>
                <a:latin typeface="Arial"/>
                <a:ea typeface="Arial"/>
                <a:cs typeface="Arial"/>
                <a:sym typeface="Arial"/>
              </a:rPr>
              <a:t>–ve Selections</a:t>
            </a:r>
            <a:endParaRPr b="1" sz="1000">
              <a:solidFill>
                <a:srgbClr val="FF0000"/>
              </a:solidFill>
              <a:latin typeface="Arial"/>
              <a:ea typeface="Arial"/>
              <a:cs typeface="Arial"/>
              <a:sym typeface="Arial"/>
            </a:endParaRPr>
          </a:p>
        </p:txBody>
      </p:sp>
      <p:sp>
        <p:nvSpPr>
          <p:cNvPr id="178" name="Google Shape;178;p7"/>
          <p:cNvSpPr txBox="1"/>
          <p:nvPr/>
        </p:nvSpPr>
        <p:spPr>
          <a:xfrm>
            <a:off x="3260344" y="4700295"/>
            <a:ext cx="820448" cy="8617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Arial"/>
                <a:ea typeface="Arial"/>
                <a:cs typeface="Arial"/>
                <a:sym typeface="Arial"/>
              </a:rPr>
              <a:t>Increase and      Scale Up</a:t>
            </a:r>
            <a:endParaRPr/>
          </a:p>
          <a:p>
            <a:pPr indent="0" lvl="0" marL="0" marR="0" rtl="0" algn="l">
              <a:spcBef>
                <a:spcPts val="0"/>
              </a:spcBef>
              <a:spcAft>
                <a:spcPts val="0"/>
              </a:spcAft>
              <a:buNone/>
            </a:pPr>
            <a:r>
              <a:rPr b="1" lang="en-US" sz="1000">
                <a:solidFill>
                  <a:srgbClr val="00B050"/>
                </a:solidFill>
                <a:latin typeface="Arial"/>
                <a:ea typeface="Arial"/>
                <a:cs typeface="Arial"/>
                <a:sym typeface="Arial"/>
              </a:rPr>
              <a:t>+ve Selections</a:t>
            </a:r>
            <a:endParaRPr b="1" sz="1000">
              <a:solidFill>
                <a:srgbClr val="00B050"/>
              </a:solidFill>
              <a:latin typeface="Arial"/>
              <a:ea typeface="Arial"/>
              <a:cs typeface="Arial"/>
              <a:sym typeface="Arial"/>
            </a:endParaRPr>
          </a:p>
        </p:txBody>
      </p:sp>
      <p:sp>
        <p:nvSpPr>
          <p:cNvPr id="179" name="Google Shape;179;p7"/>
          <p:cNvSpPr/>
          <p:nvPr/>
        </p:nvSpPr>
        <p:spPr>
          <a:xfrm>
            <a:off x="3448175" y="3699943"/>
            <a:ext cx="2225039" cy="1185211"/>
          </a:xfrm>
          <a:custGeom>
            <a:rect b="b" l="l" r="r" t="t"/>
            <a:pathLst>
              <a:path extrusionOk="0" h="1141749" w="2225040">
                <a:moveTo>
                  <a:pt x="0" y="0"/>
                </a:moveTo>
                <a:cubicBezTo>
                  <a:pt x="95794" y="233680"/>
                  <a:pt x="190137" y="521890"/>
                  <a:pt x="487680" y="641560"/>
                </a:cubicBezTo>
                <a:cubicBezTo>
                  <a:pt x="785223" y="761230"/>
                  <a:pt x="1521098" y="641095"/>
                  <a:pt x="1785258" y="718021"/>
                </a:cubicBezTo>
                <a:cubicBezTo>
                  <a:pt x="2049418" y="794947"/>
                  <a:pt x="2177143" y="1077886"/>
                  <a:pt x="2225040" y="1141749"/>
                </a:cubicBezTo>
              </a:path>
            </a:pathLst>
          </a:custGeom>
          <a:noFill/>
          <a:ln cap="flat" cmpd="sng" w="9525">
            <a:solidFill>
              <a:srgbClr val="13487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0" name="Google Shape;180;p7"/>
          <p:cNvSpPr/>
          <p:nvPr/>
        </p:nvSpPr>
        <p:spPr>
          <a:xfrm>
            <a:off x="3452536" y="3943324"/>
            <a:ext cx="2185852" cy="1318283"/>
          </a:xfrm>
          <a:custGeom>
            <a:rect b="b" l="l" r="r" t="t"/>
            <a:pathLst>
              <a:path extrusionOk="0" h="1269942" w="2185853">
                <a:moveTo>
                  <a:pt x="0" y="0"/>
                </a:moveTo>
                <a:cubicBezTo>
                  <a:pt x="41729" y="112685"/>
                  <a:pt x="-52250" y="391856"/>
                  <a:pt x="269967" y="498942"/>
                </a:cubicBezTo>
                <a:cubicBezTo>
                  <a:pt x="592184" y="606028"/>
                  <a:pt x="1613990" y="514018"/>
                  <a:pt x="1933304" y="642518"/>
                </a:cubicBezTo>
                <a:cubicBezTo>
                  <a:pt x="2252618" y="771018"/>
                  <a:pt x="2151382" y="1123499"/>
                  <a:pt x="2185853" y="1269942"/>
                </a:cubicBezTo>
              </a:path>
            </a:pathLst>
          </a:custGeom>
          <a:noFill/>
          <a:ln cap="flat" cmpd="sng" w="9525">
            <a:solidFill>
              <a:srgbClr val="13487B"/>
            </a:solidFill>
            <a:prstDash val="dash"/>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1" name="Google Shape;181;p7"/>
          <p:cNvSpPr txBox="1"/>
          <p:nvPr/>
        </p:nvSpPr>
        <p:spPr>
          <a:xfrm>
            <a:off x="3914089" y="5150394"/>
            <a:ext cx="1306281"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a:solidFill>
                  <a:schemeClr val="dk1"/>
                </a:solidFill>
                <a:latin typeface="Arial"/>
                <a:ea typeface="Arial"/>
                <a:cs typeface="Arial"/>
                <a:sym typeface="Arial"/>
              </a:rPr>
              <a:t>Granular Events</a:t>
            </a:r>
            <a:endParaRPr/>
          </a:p>
          <a:p>
            <a:pPr indent="0" lvl="0" marL="0" marR="0" rtl="0" algn="ctr">
              <a:spcBef>
                <a:spcPts val="0"/>
              </a:spcBef>
              <a:spcAft>
                <a:spcPts val="0"/>
              </a:spcAft>
              <a:buNone/>
            </a:pPr>
            <a:r>
              <a:rPr b="1" lang="en-US" sz="1000">
                <a:solidFill>
                  <a:schemeClr val="dk1"/>
                </a:solidFill>
                <a:latin typeface="Arial"/>
                <a:ea typeface="Arial"/>
                <a:cs typeface="Arial"/>
                <a:sym typeface="Arial"/>
              </a:rPr>
              <a:t>Trade/ Client View</a:t>
            </a:r>
            <a:endParaRPr b="1" sz="1000">
              <a:solidFill>
                <a:schemeClr val="dk1"/>
              </a:solidFill>
              <a:latin typeface="Arial"/>
              <a:ea typeface="Arial"/>
              <a:cs typeface="Arial"/>
              <a:sym typeface="Arial"/>
            </a:endParaRPr>
          </a:p>
        </p:txBody>
      </p:sp>
      <p:sp>
        <p:nvSpPr>
          <p:cNvPr id="182" name="Google Shape;182;p7"/>
          <p:cNvSpPr txBox="1"/>
          <p:nvPr/>
        </p:nvSpPr>
        <p:spPr>
          <a:xfrm rot="-5400000">
            <a:off x="2528871" y="4416516"/>
            <a:ext cx="130628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100">
                <a:solidFill>
                  <a:schemeClr val="dk1"/>
                </a:solidFill>
                <a:latin typeface="Calibri"/>
                <a:ea typeface="Calibri"/>
                <a:cs typeface="Calibri"/>
                <a:sym typeface="Calibri"/>
              </a:rPr>
              <a:t>Outcomes</a:t>
            </a:r>
            <a:endParaRPr b="1" sz="1100">
              <a:solidFill>
                <a:schemeClr val="dk1"/>
              </a:solidFill>
              <a:latin typeface="Calibri"/>
              <a:ea typeface="Calibri"/>
              <a:cs typeface="Calibri"/>
              <a:sym typeface="Calibri"/>
            </a:endParaRPr>
          </a:p>
        </p:txBody>
      </p:sp>
      <p:grpSp>
        <p:nvGrpSpPr>
          <p:cNvPr id="183" name="Google Shape;183;p7"/>
          <p:cNvGrpSpPr/>
          <p:nvPr/>
        </p:nvGrpSpPr>
        <p:grpSpPr>
          <a:xfrm>
            <a:off x="161015" y="2833700"/>
            <a:ext cx="2532348" cy="2376420"/>
            <a:chOff x="-42620" y="118926"/>
            <a:chExt cx="2532348" cy="2376420"/>
          </a:xfrm>
        </p:grpSpPr>
        <p:sp>
          <p:nvSpPr>
            <p:cNvPr id="184" name="Google Shape;184;p7"/>
            <p:cNvSpPr/>
            <p:nvPr/>
          </p:nvSpPr>
          <p:spPr>
            <a:xfrm>
              <a:off x="1548068" y="136142"/>
              <a:ext cx="586684" cy="58668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
            <p:cNvSpPr txBox="1"/>
            <p:nvPr/>
          </p:nvSpPr>
          <p:spPr>
            <a:xfrm>
              <a:off x="1548068" y="136142"/>
              <a:ext cx="586684" cy="586684"/>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000000"/>
                </a:buClr>
                <a:buSzPts val="1000"/>
                <a:buFont typeface="Calibri"/>
                <a:buNone/>
              </a:pPr>
              <a:r>
                <a:rPr b="1" lang="en-US" sz="1000">
                  <a:solidFill>
                    <a:srgbClr val="000000"/>
                  </a:solidFill>
                  <a:latin typeface="Calibri"/>
                  <a:ea typeface="Calibri"/>
                  <a:cs typeface="Calibri"/>
                  <a:sym typeface="Calibri"/>
                </a:rPr>
                <a:t>Data Extraction and coding</a:t>
              </a:r>
              <a:endParaRPr b="1" sz="1000">
                <a:solidFill>
                  <a:srgbClr val="000000"/>
                </a:solidFill>
                <a:latin typeface="Calibri"/>
                <a:ea typeface="Calibri"/>
                <a:cs typeface="Calibri"/>
                <a:sym typeface="Calibri"/>
              </a:endParaRPr>
            </a:p>
          </p:txBody>
        </p:sp>
        <p:sp>
          <p:nvSpPr>
            <p:cNvPr id="186" name="Google Shape;186;p7"/>
            <p:cNvSpPr/>
            <p:nvPr/>
          </p:nvSpPr>
          <p:spPr>
            <a:xfrm>
              <a:off x="165949" y="118926"/>
              <a:ext cx="2202199" cy="2202199"/>
            </a:xfrm>
            <a:custGeom>
              <a:rect b="b" l="l" r="r" t="t"/>
              <a:pathLst>
                <a:path extrusionOk="0" h="120000" w="120000">
                  <a:moveTo>
                    <a:pt x="108074" y="31586"/>
                  </a:moveTo>
                  <a:cubicBezTo>
                    <a:pt x="112359" y="38835"/>
                    <a:pt x="114949" y="46960"/>
                    <a:pt x="115650" y="55352"/>
                  </a:cubicBezTo>
                  <a:lnTo>
                    <a:pt x="119792" y="55389"/>
                  </a:lnTo>
                  <a:lnTo>
                    <a:pt x="112725" y="60465"/>
                  </a:lnTo>
                  <a:lnTo>
                    <a:pt x="105246" y="55261"/>
                  </a:lnTo>
                  <a:lnTo>
                    <a:pt x="109386" y="55297"/>
                  </a:lnTo>
                  <a:cubicBezTo>
                    <a:pt x="108696" y="48043"/>
                    <a:pt x="106415" y="41031"/>
                    <a:pt x="102708" y="34758"/>
                  </a:cubicBezTo>
                  <a:close/>
                </a:path>
              </a:pathLst>
            </a:custGeom>
            <a:solidFill>
              <a:srgbClr val="14477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
            <p:cNvSpPr/>
            <p:nvPr/>
          </p:nvSpPr>
          <p:spPr>
            <a:xfrm>
              <a:off x="1903044" y="1228643"/>
              <a:ext cx="586684" cy="58668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txBox="1"/>
            <p:nvPr/>
          </p:nvSpPr>
          <p:spPr>
            <a:xfrm>
              <a:off x="1903044" y="1228643"/>
              <a:ext cx="586684" cy="586684"/>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dk1"/>
                </a:buClr>
                <a:buSzPts val="1000"/>
                <a:buFont typeface="Arial"/>
                <a:buNone/>
              </a:pPr>
              <a:r>
                <a:rPr b="1" lang="en-US" sz="1000">
                  <a:solidFill>
                    <a:schemeClr val="dk1"/>
                  </a:solidFill>
                  <a:latin typeface="Arial"/>
                  <a:ea typeface="Arial"/>
                  <a:cs typeface="Arial"/>
                  <a:sym typeface="Arial"/>
                </a:rPr>
                <a:t>Netting/</a:t>
              </a:r>
              <a:br>
                <a:rPr b="1" lang="en-US" sz="1000">
                  <a:solidFill>
                    <a:schemeClr val="dk1"/>
                  </a:solidFill>
                  <a:latin typeface="Arial"/>
                  <a:ea typeface="Arial"/>
                  <a:cs typeface="Arial"/>
                  <a:sym typeface="Arial"/>
                </a:rPr>
              </a:br>
              <a:r>
                <a:rPr b="1" lang="en-US" sz="1000">
                  <a:solidFill>
                    <a:schemeClr val="dk1"/>
                  </a:solidFill>
                  <a:latin typeface="Arial"/>
                  <a:ea typeface="Arial"/>
                  <a:cs typeface="Arial"/>
                  <a:sym typeface="Arial"/>
                </a:rPr>
                <a:t>Offset</a:t>
              </a:r>
              <a:endParaRPr/>
            </a:p>
          </p:txBody>
        </p:sp>
        <p:sp>
          <p:nvSpPr>
            <p:cNvPr id="189" name="Google Shape;189;p7"/>
            <p:cNvSpPr/>
            <p:nvPr/>
          </p:nvSpPr>
          <p:spPr>
            <a:xfrm>
              <a:off x="160096" y="126624"/>
              <a:ext cx="2202199" cy="2202199"/>
            </a:xfrm>
            <a:custGeom>
              <a:rect b="b" l="l" r="r" t="t"/>
              <a:pathLst>
                <a:path extrusionOk="0" h="120000" w="120000">
                  <a:moveTo>
                    <a:pt x="104619" y="93581"/>
                  </a:moveTo>
                  <a:cubicBezTo>
                    <a:pt x="99774" y="100019"/>
                    <a:pt x="93593" y="105332"/>
                    <a:pt x="86501" y="109155"/>
                  </a:cubicBezTo>
                  <a:lnTo>
                    <a:pt x="88123" y="112967"/>
                  </a:lnTo>
                  <a:lnTo>
                    <a:pt x="80645" y="108517"/>
                  </a:lnTo>
                  <a:lnTo>
                    <a:pt x="82427" y="99582"/>
                  </a:lnTo>
                  <a:lnTo>
                    <a:pt x="84048" y="103391"/>
                  </a:lnTo>
                  <a:cubicBezTo>
                    <a:pt x="90139" y="100016"/>
                    <a:pt x="95451" y="95396"/>
                    <a:pt x="99638" y="89832"/>
                  </a:cubicBezTo>
                  <a:close/>
                </a:path>
              </a:pathLst>
            </a:custGeom>
            <a:solidFill>
              <a:srgbClr val="14477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p:nvPr/>
          </p:nvSpPr>
          <p:spPr>
            <a:xfrm>
              <a:off x="899918" y="1908662"/>
              <a:ext cx="743886" cy="58668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txBox="1"/>
            <p:nvPr/>
          </p:nvSpPr>
          <p:spPr>
            <a:xfrm>
              <a:off x="899918" y="1908662"/>
              <a:ext cx="743886" cy="586684"/>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dk1"/>
                </a:buClr>
                <a:buSzPts val="1000"/>
                <a:buFont typeface="Arial"/>
                <a:buNone/>
              </a:pPr>
              <a:r>
                <a:rPr b="1" lang="en-US" sz="1000">
                  <a:solidFill>
                    <a:schemeClr val="dk1"/>
                  </a:solidFill>
                  <a:latin typeface="Arial"/>
                  <a:ea typeface="Arial"/>
                  <a:cs typeface="Arial"/>
                  <a:sym typeface="Arial"/>
                </a:rPr>
                <a:t> ‘What if’ restructuring and trading</a:t>
              </a:r>
              <a:endParaRPr b="1" sz="1000">
                <a:solidFill>
                  <a:schemeClr val="dk1"/>
                </a:solidFill>
                <a:latin typeface="Arial"/>
                <a:ea typeface="Arial"/>
                <a:cs typeface="Arial"/>
                <a:sym typeface="Arial"/>
              </a:endParaRPr>
            </a:p>
          </p:txBody>
        </p:sp>
        <p:sp>
          <p:nvSpPr>
            <p:cNvPr id="192" name="Google Shape;192;p7"/>
            <p:cNvSpPr/>
            <p:nvPr/>
          </p:nvSpPr>
          <p:spPr>
            <a:xfrm>
              <a:off x="166875" y="126484"/>
              <a:ext cx="2202199" cy="2202199"/>
            </a:xfrm>
            <a:custGeom>
              <a:rect b="b" l="l" r="r" t="t"/>
              <a:pathLst>
                <a:path extrusionOk="0" h="120000" w="120000">
                  <a:moveTo>
                    <a:pt x="38690" y="111618"/>
                  </a:moveTo>
                  <a:cubicBezTo>
                    <a:pt x="31058" y="108467"/>
                    <a:pt x="24219" y="103663"/>
                    <a:pt x="18667" y="97551"/>
                  </a:cubicBezTo>
                  <a:lnTo>
                    <a:pt x="15358" y="100043"/>
                  </a:lnTo>
                  <a:lnTo>
                    <a:pt x="17877" y="91714"/>
                  </a:lnTo>
                  <a:lnTo>
                    <a:pt x="26979" y="91293"/>
                  </a:lnTo>
                  <a:lnTo>
                    <a:pt x="23671" y="93784"/>
                  </a:lnTo>
                  <a:cubicBezTo>
                    <a:pt x="28534" y="99013"/>
                    <a:pt x="34469" y="103131"/>
                    <a:pt x="41069" y="105856"/>
                  </a:cubicBezTo>
                  <a:close/>
                </a:path>
              </a:pathLst>
            </a:custGeom>
            <a:solidFill>
              <a:srgbClr val="14477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
            <p:cNvSpPr/>
            <p:nvPr/>
          </p:nvSpPr>
          <p:spPr>
            <a:xfrm>
              <a:off x="-42620" y="1228643"/>
              <a:ext cx="760665" cy="58668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txBox="1"/>
            <p:nvPr/>
          </p:nvSpPr>
          <p:spPr>
            <a:xfrm>
              <a:off x="-42620" y="1228643"/>
              <a:ext cx="760665" cy="586684"/>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dk1"/>
                </a:buClr>
                <a:buSzPts val="1000"/>
                <a:buFont typeface="Arial"/>
                <a:buNone/>
              </a:pPr>
              <a:r>
                <a:rPr b="1" lang="en-US" sz="1000">
                  <a:solidFill>
                    <a:schemeClr val="dk1"/>
                  </a:solidFill>
                  <a:latin typeface="Arial"/>
                  <a:ea typeface="Arial"/>
                  <a:cs typeface="Arial"/>
                  <a:sym typeface="Arial"/>
                </a:rPr>
                <a:t>Legal/</a:t>
              </a:r>
              <a:br>
                <a:rPr b="1" lang="en-US" sz="1000">
                  <a:solidFill>
                    <a:schemeClr val="dk1"/>
                  </a:solidFill>
                  <a:latin typeface="Arial"/>
                  <a:ea typeface="Arial"/>
                  <a:cs typeface="Arial"/>
                  <a:sym typeface="Arial"/>
                </a:rPr>
              </a:br>
              <a:r>
                <a:rPr b="1" lang="en-US" sz="1000">
                  <a:solidFill>
                    <a:schemeClr val="dk1"/>
                  </a:solidFill>
                  <a:latin typeface="Arial"/>
                  <a:ea typeface="Arial"/>
                  <a:cs typeface="Arial"/>
                  <a:sym typeface="Arial"/>
                </a:rPr>
                <a:t>Compliance</a:t>
              </a:r>
              <a:endParaRPr b="1" sz="1000">
                <a:solidFill>
                  <a:schemeClr val="dk1"/>
                </a:solidFill>
                <a:latin typeface="Arial"/>
                <a:ea typeface="Arial"/>
                <a:cs typeface="Arial"/>
                <a:sym typeface="Arial"/>
              </a:endParaRPr>
            </a:p>
          </p:txBody>
        </p:sp>
        <p:sp>
          <p:nvSpPr>
            <p:cNvPr id="195" name="Google Shape;195;p7"/>
            <p:cNvSpPr/>
            <p:nvPr/>
          </p:nvSpPr>
          <p:spPr>
            <a:xfrm>
              <a:off x="165949" y="118926"/>
              <a:ext cx="2202199" cy="2202199"/>
            </a:xfrm>
            <a:custGeom>
              <a:rect b="b" l="l" r="r" t="t"/>
              <a:pathLst>
                <a:path extrusionOk="0" h="120000" w="120000">
                  <a:moveTo>
                    <a:pt x="4158" y="60492"/>
                  </a:moveTo>
                  <a:cubicBezTo>
                    <a:pt x="4084" y="52071"/>
                    <a:pt x="5915" y="43743"/>
                    <a:pt x="9515" y="36129"/>
                  </a:cubicBezTo>
                  <a:lnTo>
                    <a:pt x="5949" y="34022"/>
                  </a:lnTo>
                  <a:lnTo>
                    <a:pt x="14609" y="33172"/>
                  </a:lnTo>
                  <a:lnTo>
                    <a:pt x="18472" y="41423"/>
                  </a:lnTo>
                  <a:lnTo>
                    <a:pt x="14908" y="39317"/>
                  </a:lnTo>
                  <a:cubicBezTo>
                    <a:pt x="11870" y="45940"/>
                    <a:pt x="10328" y="53151"/>
                    <a:pt x="10392" y="60438"/>
                  </a:cubicBezTo>
                  <a:close/>
                </a:path>
              </a:pathLst>
            </a:custGeom>
            <a:solidFill>
              <a:srgbClr val="14477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
            <p:cNvSpPr/>
            <p:nvPr/>
          </p:nvSpPr>
          <p:spPr>
            <a:xfrm>
              <a:off x="399345" y="136142"/>
              <a:ext cx="586684" cy="58668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
            <p:cNvSpPr txBox="1"/>
            <p:nvPr/>
          </p:nvSpPr>
          <p:spPr>
            <a:xfrm>
              <a:off x="399345" y="136142"/>
              <a:ext cx="586684" cy="586684"/>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dk1"/>
                </a:buClr>
                <a:buSzPts val="1000"/>
                <a:buFont typeface="Arial"/>
                <a:buNone/>
              </a:pPr>
              <a:r>
                <a:rPr b="1" lang="en-US" sz="1000">
                  <a:solidFill>
                    <a:schemeClr val="dk1"/>
                  </a:solidFill>
                  <a:latin typeface="Arial"/>
                  <a:ea typeface="Arial"/>
                  <a:cs typeface="Arial"/>
                  <a:sym typeface="Arial"/>
                </a:rPr>
                <a:t>Data Security</a:t>
              </a:r>
              <a:endParaRPr b="1" sz="1000">
                <a:solidFill>
                  <a:schemeClr val="dk1"/>
                </a:solidFill>
                <a:latin typeface="Arial"/>
                <a:ea typeface="Arial"/>
                <a:cs typeface="Arial"/>
                <a:sym typeface="Arial"/>
              </a:endParaRPr>
            </a:p>
          </p:txBody>
        </p:sp>
        <p:sp>
          <p:nvSpPr>
            <p:cNvPr id="198" name="Google Shape;198;p7"/>
            <p:cNvSpPr/>
            <p:nvPr/>
          </p:nvSpPr>
          <p:spPr>
            <a:xfrm>
              <a:off x="165949" y="118926"/>
              <a:ext cx="2202199" cy="2202199"/>
            </a:xfrm>
            <a:custGeom>
              <a:rect b="b" l="l" r="r" t="t"/>
              <a:pathLst>
                <a:path extrusionOk="0" h="120000" w="120000">
                  <a:moveTo>
                    <a:pt x="43940" y="6515"/>
                  </a:moveTo>
                  <a:cubicBezTo>
                    <a:pt x="52743" y="3872"/>
                    <a:pt x="62062" y="3442"/>
                    <a:pt x="71071" y="5265"/>
                  </a:cubicBezTo>
                  <a:lnTo>
                    <a:pt x="72262" y="1297"/>
                  </a:lnTo>
                  <a:lnTo>
                    <a:pt x="75164" y="9501"/>
                  </a:lnTo>
                  <a:lnTo>
                    <a:pt x="68079" y="15229"/>
                  </a:lnTo>
                  <a:lnTo>
                    <a:pt x="69269" y="11264"/>
                  </a:lnTo>
                  <a:cubicBezTo>
                    <a:pt x="61440" y="9775"/>
                    <a:pt x="53366" y="10194"/>
                    <a:pt x="45733" y="12486"/>
                  </a:cubicBezTo>
                  <a:close/>
                </a:path>
              </a:pathLst>
            </a:custGeom>
            <a:solidFill>
              <a:srgbClr val="14477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9" name="Google Shape;199;p7"/>
          <p:cNvSpPr txBox="1"/>
          <p:nvPr/>
        </p:nvSpPr>
        <p:spPr>
          <a:xfrm>
            <a:off x="748829" y="3407458"/>
            <a:ext cx="1475233" cy="89255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300">
                <a:solidFill>
                  <a:schemeClr val="accent1"/>
                </a:solidFill>
                <a:latin typeface="Arial"/>
                <a:ea typeface="Arial"/>
                <a:cs typeface="Arial"/>
                <a:sym typeface="Arial"/>
              </a:rPr>
              <a:t>Delta Strategies </a:t>
            </a:r>
            <a:r>
              <a:rPr b="1" lang="en-US" sz="1300">
                <a:solidFill>
                  <a:schemeClr val="dk1"/>
                </a:solidFill>
                <a:latin typeface="Arial"/>
                <a:ea typeface="Arial"/>
                <a:cs typeface="Arial"/>
                <a:sym typeface="Arial"/>
              </a:rPr>
              <a:t>offers Integrated Skills Sets to Clients</a:t>
            </a:r>
            <a:endParaRPr/>
          </a:p>
        </p:txBody>
      </p:sp>
      <p:sp>
        <p:nvSpPr>
          <p:cNvPr id="200" name="Google Shape;200;p7"/>
          <p:cNvSpPr/>
          <p:nvPr/>
        </p:nvSpPr>
        <p:spPr>
          <a:xfrm>
            <a:off x="3558077" y="4160576"/>
            <a:ext cx="180809" cy="266457"/>
          </a:xfrm>
          <a:prstGeom prst="upArrow">
            <a:avLst>
              <a:gd fmla="val 50000" name="adj1"/>
              <a:gd fmla="val 50000" name="adj2"/>
            </a:avLst>
          </a:prstGeom>
          <a:solidFill>
            <a:srgbClr val="00B050"/>
          </a:solidFill>
          <a:ln cap="flat" cmpd="sng" w="9525">
            <a:solidFill>
              <a:srgbClr val="13487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1" name="Google Shape;201;p7"/>
          <p:cNvSpPr/>
          <p:nvPr/>
        </p:nvSpPr>
        <p:spPr>
          <a:xfrm>
            <a:off x="4412215" y="4441935"/>
            <a:ext cx="125618" cy="65602"/>
          </a:xfrm>
          <a:prstGeom prst="upArrow">
            <a:avLst>
              <a:gd fmla="val 50000" name="adj1"/>
              <a:gd fmla="val 50000" name="adj2"/>
            </a:avLst>
          </a:prstGeom>
          <a:solidFill>
            <a:srgbClr val="00B050"/>
          </a:solidFill>
          <a:ln cap="flat" cmpd="sng" w="9525">
            <a:solidFill>
              <a:srgbClr val="13487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2" name="Google Shape;202;p7"/>
          <p:cNvSpPr/>
          <p:nvPr/>
        </p:nvSpPr>
        <p:spPr>
          <a:xfrm>
            <a:off x="5667651" y="5007838"/>
            <a:ext cx="180809" cy="266457"/>
          </a:xfrm>
          <a:prstGeom prst="upArrow">
            <a:avLst>
              <a:gd fmla="val 50000" name="adj1"/>
              <a:gd fmla="val 50000" name="adj2"/>
            </a:avLst>
          </a:prstGeom>
          <a:solidFill>
            <a:srgbClr val="00B050"/>
          </a:solidFill>
          <a:ln cap="flat" cmpd="sng" w="9525">
            <a:solidFill>
              <a:srgbClr val="13487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8"/>
          <p:cNvSpPr txBox="1"/>
          <p:nvPr>
            <p:ph type="title"/>
          </p:nvPr>
        </p:nvSpPr>
        <p:spPr>
          <a:xfrm>
            <a:off x="457200" y="454025"/>
            <a:ext cx="8229600" cy="722313"/>
          </a:xfrm>
          <a:prstGeom prst="rect">
            <a:avLst/>
          </a:prstGeom>
          <a:noFill/>
          <a:ln>
            <a:noFill/>
          </a:ln>
        </p:spPr>
        <p:txBody>
          <a:bodyPr anchorCtr="0" anchor="b" bIns="18275" lIns="91425" spcFirstLastPara="1" rIns="91425" wrap="square" tIns="0">
            <a:normAutofit/>
          </a:bodyPr>
          <a:lstStyle/>
          <a:p>
            <a:pPr indent="0" lvl="0" marL="0" rtl="0" algn="l">
              <a:spcBef>
                <a:spcPts val="0"/>
              </a:spcBef>
              <a:spcAft>
                <a:spcPts val="0"/>
              </a:spcAft>
              <a:buClr>
                <a:srgbClr val="174A7C"/>
              </a:buClr>
              <a:buSzPts val="2400"/>
              <a:buFont typeface="Calibri"/>
              <a:buNone/>
            </a:pPr>
            <a:r>
              <a:rPr lang="en-US"/>
              <a:t>Delta Strategies - Background</a:t>
            </a:r>
            <a:endParaRPr b="0" baseline="30000"/>
          </a:p>
        </p:txBody>
      </p:sp>
      <p:sp>
        <p:nvSpPr>
          <p:cNvPr id="209" name="Google Shape;209;p8"/>
          <p:cNvSpPr txBox="1"/>
          <p:nvPr/>
        </p:nvSpPr>
        <p:spPr>
          <a:xfrm>
            <a:off x="457200" y="1423990"/>
            <a:ext cx="8229600" cy="3986210"/>
          </a:xfrm>
          <a:prstGeom prst="rect">
            <a:avLst/>
          </a:prstGeom>
          <a:noFill/>
          <a:ln>
            <a:noFill/>
          </a:ln>
        </p:spPr>
        <p:txBody>
          <a:bodyPr anchorCtr="0" anchor="t" bIns="45700" lIns="91425" spcFirstLastPara="1" rIns="91425" wrap="square" tIns="45700">
            <a:noAutofit/>
          </a:bodyPr>
          <a:lstStyle/>
          <a:p>
            <a:pPr indent="-231775" lvl="0" marL="231775" marR="0" rtl="0" algn="just">
              <a:spcBef>
                <a:spcPts val="0"/>
              </a:spcBef>
              <a:spcAft>
                <a:spcPts val="0"/>
              </a:spcAft>
              <a:buClr>
                <a:schemeClr val="accent1"/>
              </a:buClr>
              <a:buSzPts val="1200"/>
              <a:buFont typeface="Calibri"/>
              <a:buAutoNum type="arabicPeriod"/>
            </a:pPr>
            <a:r>
              <a:rPr b="1" lang="en-US" sz="1200">
                <a:solidFill>
                  <a:srgbClr val="000000"/>
                </a:solidFill>
                <a:latin typeface="Arial"/>
                <a:ea typeface="Arial"/>
                <a:cs typeface="Arial"/>
                <a:sym typeface="Arial"/>
              </a:rPr>
              <a:t>Delta Strategies provides asset managers and investment firms with a consultancy service that covers risk analytics, treasury, margin, cash, collateral and secured / unsecured financing related enhancements as well as trade, structure and portfolio optimisation ideas and actionable steps. </a:t>
            </a:r>
            <a:endParaRPr/>
          </a:p>
          <a:p>
            <a:pPr indent="-155575" lvl="0" marL="231775" marR="0" rtl="0" algn="just">
              <a:spcBef>
                <a:spcPts val="600"/>
              </a:spcBef>
              <a:spcAft>
                <a:spcPts val="0"/>
              </a:spcAft>
              <a:buClr>
                <a:schemeClr val="accent1"/>
              </a:buClr>
              <a:buSzPts val="1200"/>
              <a:buFont typeface="Calibri"/>
              <a:buNone/>
            </a:pPr>
            <a:r>
              <a:t/>
            </a:r>
            <a:endParaRPr b="1" sz="1200">
              <a:solidFill>
                <a:srgbClr val="000000"/>
              </a:solidFill>
              <a:latin typeface="Arial"/>
              <a:ea typeface="Arial"/>
              <a:cs typeface="Arial"/>
              <a:sym typeface="Arial"/>
            </a:endParaRPr>
          </a:p>
          <a:p>
            <a:pPr indent="-155575" lvl="0" marL="231775" marR="0" rtl="0" algn="just">
              <a:spcBef>
                <a:spcPts val="600"/>
              </a:spcBef>
              <a:spcAft>
                <a:spcPts val="0"/>
              </a:spcAft>
              <a:buClr>
                <a:schemeClr val="accent1"/>
              </a:buClr>
              <a:buSzPts val="1200"/>
              <a:buFont typeface="Calibri"/>
              <a:buNone/>
            </a:pPr>
            <a:r>
              <a:t/>
            </a:r>
            <a:endParaRPr b="1" sz="1200">
              <a:solidFill>
                <a:srgbClr val="000000"/>
              </a:solidFill>
              <a:latin typeface="Arial"/>
              <a:ea typeface="Arial"/>
              <a:cs typeface="Arial"/>
              <a:sym typeface="Arial"/>
            </a:endParaRPr>
          </a:p>
          <a:p>
            <a:pPr indent="-231775" lvl="0" marL="231775" marR="0" rtl="0" algn="just">
              <a:spcBef>
                <a:spcPts val="600"/>
              </a:spcBef>
              <a:spcAft>
                <a:spcPts val="0"/>
              </a:spcAft>
              <a:buClr>
                <a:schemeClr val="accent1"/>
              </a:buClr>
              <a:buSzPts val="1200"/>
              <a:buFont typeface="Calibri"/>
              <a:buAutoNum type="arabicPeriod"/>
            </a:pPr>
            <a:r>
              <a:rPr b="1" lang="en-US" sz="1200">
                <a:solidFill>
                  <a:srgbClr val="000000"/>
                </a:solidFill>
                <a:latin typeface="Arial"/>
                <a:ea typeface="Arial"/>
                <a:cs typeface="Arial"/>
                <a:sym typeface="Arial"/>
              </a:rPr>
              <a:t>Delta Strategies’ clients invest across the full spectrum of investment strategies - Equity (Long/Short), Fixed Income (Relative Value / Systematic, Discretionary / Macro, Nominal / Real), Foreign Exchange, Commodities and Credit (Illiquid / Emerging Markets) as well as the full spectrum of instruments (over the counter and exchange traded derivatives, listed and unlisted securities, cash and illiquid investments).</a:t>
            </a:r>
            <a:endParaRPr/>
          </a:p>
          <a:p>
            <a:pPr indent="-155575" lvl="0" marL="231775" marR="0" rtl="0" algn="just">
              <a:spcBef>
                <a:spcPts val="600"/>
              </a:spcBef>
              <a:spcAft>
                <a:spcPts val="0"/>
              </a:spcAft>
              <a:buClr>
                <a:schemeClr val="accent1"/>
              </a:buClr>
              <a:buSzPts val="1200"/>
              <a:buFont typeface="Calibri"/>
              <a:buNone/>
            </a:pPr>
            <a:r>
              <a:t/>
            </a:r>
            <a:endParaRPr b="1" sz="1200">
              <a:solidFill>
                <a:srgbClr val="000000"/>
              </a:solidFill>
              <a:latin typeface="Arial"/>
              <a:ea typeface="Arial"/>
              <a:cs typeface="Arial"/>
              <a:sym typeface="Arial"/>
            </a:endParaRPr>
          </a:p>
          <a:p>
            <a:pPr indent="-155575" lvl="0" marL="231775" marR="0" rtl="0" algn="just">
              <a:spcBef>
                <a:spcPts val="600"/>
              </a:spcBef>
              <a:spcAft>
                <a:spcPts val="0"/>
              </a:spcAft>
              <a:buClr>
                <a:schemeClr val="accent1"/>
              </a:buClr>
              <a:buSzPts val="1200"/>
              <a:buFont typeface="Calibri"/>
              <a:buNone/>
            </a:pPr>
            <a:r>
              <a:t/>
            </a:r>
            <a:endParaRPr b="1" sz="1200">
              <a:solidFill>
                <a:srgbClr val="000000"/>
              </a:solidFill>
              <a:latin typeface="Arial"/>
              <a:ea typeface="Arial"/>
              <a:cs typeface="Arial"/>
              <a:sym typeface="Arial"/>
            </a:endParaRPr>
          </a:p>
          <a:p>
            <a:pPr indent="-231775" lvl="0" marL="231775" marR="0" rtl="0" algn="just">
              <a:spcBef>
                <a:spcPts val="600"/>
              </a:spcBef>
              <a:spcAft>
                <a:spcPts val="0"/>
              </a:spcAft>
              <a:buClr>
                <a:schemeClr val="accent1"/>
              </a:buClr>
              <a:buSzPts val="1200"/>
              <a:buFont typeface="Calibri"/>
              <a:buAutoNum type="arabicPeriod"/>
            </a:pPr>
            <a:r>
              <a:rPr b="1" lang="en-US" sz="1200">
                <a:solidFill>
                  <a:srgbClr val="000000"/>
                </a:solidFill>
                <a:latin typeface="Arial"/>
                <a:ea typeface="Arial"/>
                <a:cs typeface="Arial"/>
                <a:sym typeface="Arial"/>
              </a:rPr>
              <a:t>Delta Strategies’ trading and technology driven applications and processes allow granular risk, margin and cash forecasting on a T-1 basis and attribute explains on a T+1 basis.</a:t>
            </a:r>
            <a:endParaRPr b="1" sz="1200">
              <a:solidFill>
                <a:srgbClr val="000000"/>
              </a:solidFill>
              <a:latin typeface="Arial"/>
              <a:ea typeface="Arial"/>
              <a:cs typeface="Arial"/>
              <a:sym typeface="Arial"/>
            </a:endParaRPr>
          </a:p>
          <a:p>
            <a:pPr indent="-155575" lvl="0" marL="231775" marR="0" rtl="0" algn="just">
              <a:spcBef>
                <a:spcPts val="600"/>
              </a:spcBef>
              <a:spcAft>
                <a:spcPts val="0"/>
              </a:spcAft>
              <a:buClr>
                <a:schemeClr val="accent1"/>
              </a:buClr>
              <a:buSzPts val="1200"/>
              <a:buFont typeface="Calibri"/>
              <a:buNone/>
            </a:pPr>
            <a:r>
              <a:t/>
            </a:r>
            <a:endParaRPr b="1" sz="1200">
              <a:solidFill>
                <a:srgbClr val="000000"/>
              </a:solidFill>
              <a:latin typeface="Arial"/>
              <a:ea typeface="Arial"/>
              <a:cs typeface="Arial"/>
              <a:sym typeface="Arial"/>
            </a:endParaRPr>
          </a:p>
          <a:p>
            <a:pPr indent="-155575" lvl="0" marL="231775" marR="0" rtl="0" algn="just">
              <a:spcBef>
                <a:spcPts val="600"/>
              </a:spcBef>
              <a:spcAft>
                <a:spcPts val="0"/>
              </a:spcAft>
              <a:buClr>
                <a:schemeClr val="accent1"/>
              </a:buClr>
              <a:buSzPts val="1200"/>
              <a:buFont typeface="Calibri"/>
              <a:buNone/>
            </a:pPr>
            <a:r>
              <a:t/>
            </a:r>
            <a:endParaRPr b="1" sz="1200">
              <a:solidFill>
                <a:srgbClr val="000000"/>
              </a:solidFill>
              <a:latin typeface="Arial"/>
              <a:ea typeface="Arial"/>
              <a:cs typeface="Arial"/>
              <a:sym typeface="Arial"/>
            </a:endParaRPr>
          </a:p>
          <a:p>
            <a:pPr indent="-231775" lvl="0" marL="231775" marR="0" rtl="0" algn="just">
              <a:spcBef>
                <a:spcPts val="600"/>
              </a:spcBef>
              <a:spcAft>
                <a:spcPts val="0"/>
              </a:spcAft>
              <a:buClr>
                <a:schemeClr val="accent1"/>
              </a:buClr>
              <a:buSzPts val="1200"/>
              <a:buFont typeface="Calibri"/>
              <a:buAutoNum type="arabicPeriod"/>
            </a:pPr>
            <a:r>
              <a:rPr b="1" lang="en-US" sz="1200">
                <a:solidFill>
                  <a:srgbClr val="000000"/>
                </a:solidFill>
                <a:latin typeface="Arial"/>
                <a:ea typeface="Arial"/>
                <a:cs typeface="Arial"/>
                <a:sym typeface="Arial"/>
              </a:rPr>
              <a:t>Founded in 2020, Delta Strategies has clients in 4 continents (North America, Europe, Asia and Australia).</a:t>
            </a:r>
            <a:endParaRPr/>
          </a:p>
          <a:p>
            <a:pPr indent="-155575" lvl="0" marL="231775" marR="0" rtl="0" algn="just">
              <a:spcBef>
                <a:spcPts val="600"/>
              </a:spcBef>
              <a:spcAft>
                <a:spcPts val="0"/>
              </a:spcAft>
              <a:buClr>
                <a:schemeClr val="accent1"/>
              </a:buClr>
              <a:buSzPts val="1200"/>
              <a:buFont typeface="Calibri"/>
              <a:buNone/>
            </a:pPr>
            <a:r>
              <a:t/>
            </a:r>
            <a:endParaRPr b="1" sz="1200">
              <a:solidFill>
                <a:srgbClr val="000000"/>
              </a:solidFill>
              <a:latin typeface="Arial"/>
              <a:ea typeface="Arial"/>
              <a:cs typeface="Arial"/>
              <a:sym typeface="Arial"/>
            </a:endParaRPr>
          </a:p>
          <a:p>
            <a:pPr indent="-155575" lvl="0" marL="231775" marR="0" rtl="0" algn="just">
              <a:spcBef>
                <a:spcPts val="600"/>
              </a:spcBef>
              <a:spcAft>
                <a:spcPts val="0"/>
              </a:spcAft>
              <a:buClr>
                <a:schemeClr val="accent1"/>
              </a:buClr>
              <a:buSzPts val="1200"/>
              <a:buFont typeface="Calibri"/>
              <a:buNone/>
            </a:pPr>
            <a:r>
              <a:t/>
            </a:r>
            <a:endParaRPr b="1" sz="1200">
              <a:solidFill>
                <a:srgbClr val="000000"/>
              </a:solidFill>
              <a:latin typeface="Arial"/>
              <a:ea typeface="Arial"/>
              <a:cs typeface="Arial"/>
              <a:sym typeface="Arial"/>
            </a:endParaRPr>
          </a:p>
          <a:p>
            <a:pPr indent="-231775" lvl="0" marL="231775" marR="0" rtl="0" algn="just">
              <a:spcBef>
                <a:spcPts val="600"/>
              </a:spcBef>
              <a:spcAft>
                <a:spcPts val="0"/>
              </a:spcAft>
              <a:buClr>
                <a:schemeClr val="accent1"/>
              </a:buClr>
              <a:buSzPts val="1200"/>
              <a:buFont typeface="Calibri"/>
              <a:buAutoNum type="arabicPeriod"/>
            </a:pPr>
            <a:r>
              <a:rPr b="1" lang="en-US" sz="1200">
                <a:solidFill>
                  <a:srgbClr val="000000"/>
                </a:solidFill>
                <a:latin typeface="Arial"/>
                <a:ea typeface="Arial"/>
                <a:cs typeface="Arial"/>
                <a:sym typeface="Arial"/>
              </a:rPr>
              <a:t>Current core team of 5 with deep expertise in trading, structuring, data analytics and coding. The core team is further supported by an external talent pool of industry veterans in areas of client origination, regulatory policy, legal and compliance.</a:t>
            </a:r>
            <a:endParaRPr/>
          </a:p>
        </p:txBody>
      </p:sp>
      <p:pic>
        <p:nvPicPr>
          <p:cNvPr id="210" name="Google Shape;210;p8"/>
          <p:cNvPicPr preferRelativeResize="0"/>
          <p:nvPr/>
        </p:nvPicPr>
        <p:blipFill rotWithShape="1">
          <a:blip r:embed="rId3">
            <a:alphaModFix/>
          </a:blip>
          <a:srcRect b="0" l="0" r="0" t="0"/>
          <a:stretch/>
        </p:blipFill>
        <p:spPr>
          <a:xfrm>
            <a:off x="7620000" y="135035"/>
            <a:ext cx="1080156" cy="101124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9"/>
          <p:cNvSpPr txBox="1"/>
          <p:nvPr>
            <p:ph type="title"/>
          </p:nvPr>
        </p:nvSpPr>
        <p:spPr>
          <a:xfrm>
            <a:off x="457200" y="454025"/>
            <a:ext cx="8229600" cy="722313"/>
          </a:xfrm>
          <a:prstGeom prst="rect">
            <a:avLst/>
          </a:prstGeom>
          <a:noFill/>
          <a:ln>
            <a:noFill/>
          </a:ln>
        </p:spPr>
        <p:txBody>
          <a:bodyPr anchorCtr="0" anchor="b" bIns="18275" lIns="91425" spcFirstLastPara="1" rIns="91425" wrap="square" tIns="0">
            <a:normAutofit/>
          </a:bodyPr>
          <a:lstStyle/>
          <a:p>
            <a:pPr indent="0" lvl="0" marL="0" rtl="0" algn="l">
              <a:spcBef>
                <a:spcPts val="0"/>
              </a:spcBef>
              <a:spcAft>
                <a:spcPts val="0"/>
              </a:spcAft>
              <a:buClr>
                <a:srgbClr val="174A7C"/>
              </a:buClr>
              <a:buSzPts val="2400"/>
              <a:buFont typeface="Calibri"/>
              <a:buNone/>
            </a:pPr>
            <a:r>
              <a:rPr lang="en-US"/>
              <a:t>Delta Strategies - Founder - Sadat Mannan</a:t>
            </a:r>
            <a:endParaRPr b="0" baseline="30000"/>
          </a:p>
        </p:txBody>
      </p:sp>
      <p:sp>
        <p:nvSpPr>
          <p:cNvPr id="217" name="Google Shape;217;p9"/>
          <p:cNvSpPr txBox="1"/>
          <p:nvPr>
            <p:ph idx="2" type="body"/>
          </p:nvPr>
        </p:nvSpPr>
        <p:spPr>
          <a:xfrm>
            <a:off x="457200" y="1203325"/>
            <a:ext cx="8218488" cy="3381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25+ years in the finance industry</a:t>
            </a:r>
            <a:endParaRPr/>
          </a:p>
        </p:txBody>
      </p:sp>
      <p:sp>
        <p:nvSpPr>
          <p:cNvPr id="218" name="Google Shape;218;p9"/>
          <p:cNvSpPr txBox="1"/>
          <p:nvPr/>
        </p:nvSpPr>
        <p:spPr>
          <a:xfrm>
            <a:off x="457200" y="1600200"/>
            <a:ext cx="5867400" cy="3986210"/>
          </a:xfrm>
          <a:prstGeom prst="rect">
            <a:avLst/>
          </a:prstGeom>
          <a:noFill/>
          <a:ln>
            <a:noFill/>
          </a:ln>
        </p:spPr>
        <p:txBody>
          <a:bodyPr anchorCtr="0" anchor="t" bIns="45700" lIns="91425" spcFirstLastPara="1" rIns="91425" wrap="square" tIns="45700">
            <a:noAutofit/>
          </a:bodyPr>
          <a:lstStyle/>
          <a:p>
            <a:pPr indent="-231775" lvl="0" marL="231775" marR="0" rtl="0" algn="just">
              <a:spcBef>
                <a:spcPts val="0"/>
              </a:spcBef>
              <a:spcAft>
                <a:spcPts val="0"/>
              </a:spcAft>
              <a:buClr>
                <a:schemeClr val="accent1"/>
              </a:buClr>
              <a:buSzPts val="1200"/>
              <a:buFont typeface="Noto Sans Symbols"/>
              <a:buChar char="▪"/>
            </a:pPr>
            <a:r>
              <a:rPr b="1" lang="en-US" sz="1200">
                <a:solidFill>
                  <a:srgbClr val="000000"/>
                </a:solidFill>
                <a:latin typeface="Calibri"/>
                <a:ea typeface="Calibri"/>
                <a:cs typeface="Calibri"/>
                <a:sym typeface="Calibri"/>
              </a:rPr>
              <a:t>19 years with Barclays - 9 years as a Managing Director / global trading business head in London and New York. Built from scratch new business with annual revenue run rate &gt;$400m with &gt;300 clients and managed a team of &gt;60 located in 4 locations. </a:t>
            </a:r>
            <a:endParaRPr/>
          </a:p>
          <a:p>
            <a:pPr indent="-231775" lvl="0" marL="231775" marR="0" rtl="0" algn="just">
              <a:spcBef>
                <a:spcPts val="1200"/>
              </a:spcBef>
              <a:spcAft>
                <a:spcPts val="0"/>
              </a:spcAft>
              <a:buClr>
                <a:schemeClr val="accent1"/>
              </a:buClr>
              <a:buSzPts val="1200"/>
              <a:buFont typeface="Noto Sans Symbols"/>
              <a:buChar char="▪"/>
            </a:pPr>
            <a:r>
              <a:rPr b="1" lang="en-US" sz="1200">
                <a:solidFill>
                  <a:srgbClr val="000000"/>
                </a:solidFill>
                <a:latin typeface="Calibri"/>
                <a:ea typeface="Calibri"/>
                <a:cs typeface="Calibri"/>
                <a:sym typeface="Calibri"/>
              </a:rPr>
              <a:t>Previously served as the EMEA Head of Prime Brokerage business during 2007-2010 period and as Head of Collateral Optimisation Trading 2010-2012. </a:t>
            </a:r>
            <a:endParaRPr/>
          </a:p>
          <a:p>
            <a:pPr indent="-231775" lvl="0" marL="231775" marR="0" rtl="0" algn="just">
              <a:spcBef>
                <a:spcPts val="1200"/>
              </a:spcBef>
              <a:spcAft>
                <a:spcPts val="0"/>
              </a:spcAft>
              <a:buClr>
                <a:schemeClr val="accent1"/>
              </a:buClr>
              <a:buSzPts val="1200"/>
              <a:buFont typeface="Noto Sans Symbols"/>
              <a:buChar char="▪"/>
            </a:pPr>
            <a:r>
              <a:rPr b="1" lang="en-US" sz="1200">
                <a:solidFill>
                  <a:srgbClr val="000000"/>
                </a:solidFill>
                <a:latin typeface="Calibri"/>
                <a:ea typeface="Calibri"/>
                <a:cs typeface="Calibri"/>
                <a:sym typeface="Calibri"/>
              </a:rPr>
              <a:t>3 years as a Treasurer / Portfolio Manager at a Global Macro Investment Firm in Switzerland. </a:t>
            </a:r>
            <a:endParaRPr/>
          </a:p>
          <a:p>
            <a:pPr indent="-231775" lvl="0" marL="231775" marR="0" rtl="0" algn="just">
              <a:spcBef>
                <a:spcPts val="1200"/>
              </a:spcBef>
              <a:spcAft>
                <a:spcPts val="0"/>
              </a:spcAft>
              <a:buClr>
                <a:schemeClr val="accent1"/>
              </a:buClr>
              <a:buSzPts val="1200"/>
              <a:buFont typeface="Noto Sans Symbols"/>
              <a:buChar char="▪"/>
            </a:pPr>
            <a:r>
              <a:rPr b="1" lang="en-US" sz="1200">
                <a:solidFill>
                  <a:srgbClr val="000000"/>
                </a:solidFill>
                <a:latin typeface="Calibri"/>
                <a:ea typeface="Calibri"/>
                <a:cs typeface="Calibri"/>
                <a:sym typeface="Calibri"/>
              </a:rPr>
              <a:t>Built multiple Technology focused trading / banking applications. </a:t>
            </a:r>
            <a:endParaRPr/>
          </a:p>
          <a:p>
            <a:pPr indent="-231775" lvl="0" marL="231775" marR="0" rtl="0" algn="just">
              <a:spcBef>
                <a:spcPts val="1200"/>
              </a:spcBef>
              <a:spcAft>
                <a:spcPts val="0"/>
              </a:spcAft>
              <a:buClr>
                <a:schemeClr val="accent1"/>
              </a:buClr>
              <a:buSzPts val="1200"/>
              <a:buFont typeface="Noto Sans Symbols"/>
              <a:buChar char="▪"/>
            </a:pPr>
            <a:r>
              <a:rPr b="1" lang="en-US" sz="1200">
                <a:solidFill>
                  <a:srgbClr val="000000"/>
                </a:solidFill>
                <a:latin typeface="Calibri"/>
                <a:ea typeface="Calibri"/>
                <a:cs typeface="Calibri"/>
                <a:sym typeface="Calibri"/>
              </a:rPr>
              <a:t>Founder - Delta Strategies. Provides externally outsourced risk analytics, treasury, margin, cash and financing enhancements consultancy as well as optimisation ideas for portfolio and trade structures to Asset Managers located in 4 continents. </a:t>
            </a:r>
            <a:endParaRPr/>
          </a:p>
          <a:p>
            <a:pPr indent="-155575" lvl="0" marL="231775" marR="0" rtl="0" algn="just">
              <a:spcBef>
                <a:spcPts val="600"/>
              </a:spcBef>
              <a:spcAft>
                <a:spcPts val="0"/>
              </a:spcAft>
              <a:buClr>
                <a:schemeClr val="accent1"/>
              </a:buClr>
              <a:buSzPts val="1200"/>
              <a:buFont typeface="Noto Sans Symbols"/>
              <a:buNone/>
            </a:pPr>
            <a:r>
              <a:t/>
            </a:r>
            <a:endParaRPr b="1" sz="1200">
              <a:solidFill>
                <a:srgbClr val="000000"/>
              </a:solidFill>
              <a:latin typeface="Calibri"/>
              <a:ea typeface="Calibri"/>
              <a:cs typeface="Calibri"/>
              <a:sym typeface="Calibri"/>
            </a:endParaRPr>
          </a:p>
          <a:p>
            <a:pPr indent="-231775" lvl="0" marL="231775" marR="0" rtl="0" algn="just">
              <a:spcBef>
                <a:spcPts val="600"/>
              </a:spcBef>
              <a:spcAft>
                <a:spcPts val="0"/>
              </a:spcAft>
              <a:buClr>
                <a:schemeClr val="accent1"/>
              </a:buClr>
              <a:buSzPts val="1200"/>
              <a:buFont typeface="Noto Sans Symbols"/>
              <a:buChar char="▪"/>
            </a:pPr>
            <a:r>
              <a:rPr b="1" lang="en-US" sz="1200">
                <a:solidFill>
                  <a:srgbClr val="000000"/>
                </a:solidFill>
                <a:latin typeface="Calibri"/>
                <a:ea typeface="Calibri"/>
                <a:cs typeface="Calibri"/>
                <a:sym typeface="Calibri"/>
              </a:rPr>
              <a:t>Education </a:t>
            </a:r>
            <a:endParaRPr/>
          </a:p>
          <a:p>
            <a:pPr indent="-180975" lvl="1" marL="461963" marR="0" rtl="0" algn="just">
              <a:spcBef>
                <a:spcPts val="600"/>
              </a:spcBef>
              <a:spcAft>
                <a:spcPts val="0"/>
              </a:spcAft>
              <a:buClr>
                <a:schemeClr val="accent1"/>
              </a:buClr>
              <a:buSzPts val="1200"/>
              <a:buFont typeface="Arial"/>
              <a:buChar char="•"/>
            </a:pPr>
            <a:r>
              <a:rPr b="0" i="0" lang="en-US" sz="1200" u="none" cap="none" strike="noStrike">
                <a:solidFill>
                  <a:srgbClr val="000000"/>
                </a:solidFill>
                <a:latin typeface="Calibri"/>
                <a:ea typeface="Calibri"/>
                <a:cs typeface="Calibri"/>
                <a:sym typeface="Calibri"/>
              </a:rPr>
              <a:t>BSc  (Hons) in Econometrics and Mathematical Economics from the London School of Economics</a:t>
            </a:r>
            <a:endParaRPr b="0" i="0" sz="1200" u="none" cap="none" strike="noStrike">
              <a:solidFill>
                <a:srgbClr val="000000"/>
              </a:solidFill>
              <a:latin typeface="Calibri"/>
              <a:ea typeface="Calibri"/>
              <a:cs typeface="Calibri"/>
              <a:sym typeface="Calibri"/>
            </a:endParaRPr>
          </a:p>
          <a:p>
            <a:pPr indent="-180975" lvl="1" marL="461963" marR="0" rtl="0" algn="just">
              <a:spcBef>
                <a:spcPts val="600"/>
              </a:spcBef>
              <a:spcAft>
                <a:spcPts val="0"/>
              </a:spcAft>
              <a:buClr>
                <a:schemeClr val="accent1"/>
              </a:buClr>
              <a:buSzPts val="1200"/>
              <a:buFont typeface="Arial"/>
              <a:buChar char="•"/>
            </a:pPr>
            <a:r>
              <a:rPr b="0" i="0" lang="en-US" sz="1200" u="none" cap="none" strike="noStrike">
                <a:solidFill>
                  <a:srgbClr val="000000"/>
                </a:solidFill>
                <a:latin typeface="Calibri"/>
                <a:ea typeface="Calibri"/>
                <a:cs typeface="Calibri"/>
                <a:sym typeface="Calibri"/>
              </a:rPr>
              <a:t>GCE – A Levels , Collège du Léman, Switzerland</a:t>
            </a:r>
            <a:endParaRPr b="0" i="0" sz="1200" u="none" cap="none" strike="noStrike">
              <a:solidFill>
                <a:srgbClr val="000000"/>
              </a:solidFill>
              <a:latin typeface="Calibri"/>
              <a:ea typeface="Calibri"/>
              <a:cs typeface="Calibri"/>
              <a:sym typeface="Calibri"/>
            </a:endParaRPr>
          </a:p>
          <a:p>
            <a:pPr indent="-180975" lvl="1" marL="461963" marR="0" rtl="0" algn="just">
              <a:spcBef>
                <a:spcPts val="600"/>
              </a:spcBef>
              <a:spcAft>
                <a:spcPts val="0"/>
              </a:spcAft>
              <a:buClr>
                <a:schemeClr val="accent1"/>
              </a:buClr>
              <a:buSzPts val="1200"/>
              <a:buFont typeface="Arial"/>
              <a:buChar char="•"/>
            </a:pPr>
            <a:r>
              <a:rPr b="0" i="0" lang="en-US" sz="1200" u="none" cap="none" strike="noStrike">
                <a:solidFill>
                  <a:srgbClr val="000000"/>
                </a:solidFill>
                <a:latin typeface="Calibri"/>
                <a:ea typeface="Calibri"/>
                <a:cs typeface="Calibri"/>
                <a:sym typeface="Calibri"/>
              </a:rPr>
              <a:t>CFA® charterholder </a:t>
            </a:r>
            <a:endParaRPr/>
          </a:p>
          <a:p>
            <a:pPr indent="-180975" lvl="1" marL="461963" marR="0" rtl="0" algn="just">
              <a:spcBef>
                <a:spcPts val="600"/>
              </a:spcBef>
              <a:spcAft>
                <a:spcPts val="0"/>
              </a:spcAft>
              <a:buClr>
                <a:schemeClr val="accent1"/>
              </a:buClr>
              <a:buSzPts val="1200"/>
              <a:buFont typeface="Arial"/>
              <a:buChar char="•"/>
            </a:pPr>
            <a:r>
              <a:rPr b="0" i="0" lang="en-US" sz="1200" u="none" cap="none" strike="noStrike">
                <a:solidFill>
                  <a:srgbClr val="000000"/>
                </a:solidFill>
                <a:latin typeface="Calibri"/>
                <a:ea typeface="Calibri"/>
                <a:cs typeface="Calibri"/>
                <a:sym typeface="Calibri"/>
              </a:rPr>
              <a:t>General Securities Registered Representative (Series 7)</a:t>
            </a:r>
            <a:endParaRPr/>
          </a:p>
          <a:p>
            <a:pPr indent="-180975" lvl="1" marL="461963" marR="0" rtl="0" algn="just">
              <a:spcBef>
                <a:spcPts val="600"/>
              </a:spcBef>
              <a:spcAft>
                <a:spcPts val="0"/>
              </a:spcAft>
              <a:buClr>
                <a:schemeClr val="accent1"/>
              </a:buClr>
              <a:buSzPts val="1200"/>
              <a:buFont typeface="Arial"/>
              <a:buChar char="•"/>
            </a:pPr>
            <a:r>
              <a:rPr b="0" i="0" lang="en-US" sz="1200" u="none" cap="none" strike="noStrike">
                <a:solidFill>
                  <a:srgbClr val="000000"/>
                </a:solidFill>
                <a:latin typeface="Calibri"/>
                <a:ea typeface="Calibri"/>
                <a:cs typeface="Calibri"/>
                <a:sym typeface="Calibri"/>
              </a:rPr>
              <a:t>Securities and Financial Derivatives Representative (SFDR) </a:t>
            </a:r>
            <a:endParaRPr/>
          </a:p>
          <a:p>
            <a:pPr indent="-180975" lvl="1" marL="461963" marR="0" rtl="0" algn="just">
              <a:spcBef>
                <a:spcPts val="600"/>
              </a:spcBef>
              <a:spcAft>
                <a:spcPts val="0"/>
              </a:spcAft>
              <a:buClr>
                <a:schemeClr val="accent1"/>
              </a:buClr>
              <a:buSzPts val="1200"/>
              <a:buFont typeface="Arial"/>
              <a:buChar char="•"/>
            </a:pPr>
            <a:r>
              <a:rPr b="0" i="0" lang="en-US" sz="1200" u="none" cap="none" strike="noStrike">
                <a:solidFill>
                  <a:srgbClr val="000000"/>
                </a:solidFill>
                <a:latin typeface="Calibri"/>
                <a:ea typeface="Calibri"/>
                <a:cs typeface="Calibri"/>
                <a:sym typeface="Calibri"/>
              </a:rPr>
              <a:t>NFA registration qualified</a:t>
            </a:r>
            <a:endParaRPr b="1" i="0" sz="1200" u="none" cap="none" strike="noStrike">
              <a:solidFill>
                <a:srgbClr val="000000"/>
              </a:solidFill>
              <a:latin typeface="Calibri"/>
              <a:ea typeface="Calibri"/>
              <a:cs typeface="Calibri"/>
              <a:sym typeface="Calibri"/>
            </a:endParaRPr>
          </a:p>
        </p:txBody>
      </p:sp>
      <p:pic>
        <p:nvPicPr>
          <p:cNvPr descr="A person wearing glasses and a suit&#10;&#10;Description automatically generated with medium confidence" id="219" name="Google Shape;219;p9"/>
          <p:cNvPicPr preferRelativeResize="0"/>
          <p:nvPr/>
        </p:nvPicPr>
        <p:blipFill rotWithShape="1">
          <a:blip r:embed="rId3">
            <a:alphaModFix/>
          </a:blip>
          <a:srcRect b="0" l="0" r="0" t="0"/>
          <a:stretch/>
        </p:blipFill>
        <p:spPr>
          <a:xfrm>
            <a:off x="6324600" y="1447799"/>
            <a:ext cx="2181271" cy="3272725"/>
          </a:xfrm>
          <a:prstGeom prst="rect">
            <a:avLst/>
          </a:prstGeom>
          <a:noFill/>
          <a:ln>
            <a:noFill/>
          </a:ln>
        </p:spPr>
      </p:pic>
      <p:pic>
        <p:nvPicPr>
          <p:cNvPr id="220" name="Google Shape;220;p9"/>
          <p:cNvPicPr preferRelativeResize="0"/>
          <p:nvPr/>
        </p:nvPicPr>
        <p:blipFill rotWithShape="1">
          <a:blip r:embed="rId4">
            <a:alphaModFix/>
          </a:blip>
          <a:srcRect b="0" l="0" r="0" t="0"/>
          <a:stretch/>
        </p:blipFill>
        <p:spPr>
          <a:xfrm>
            <a:off x="7620000" y="135035"/>
            <a:ext cx="1080156" cy="101124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0"/>
          <p:cNvSpPr txBox="1"/>
          <p:nvPr>
            <p:ph type="title"/>
          </p:nvPr>
        </p:nvSpPr>
        <p:spPr>
          <a:xfrm>
            <a:off x="457200" y="454025"/>
            <a:ext cx="8229600" cy="722313"/>
          </a:xfrm>
          <a:prstGeom prst="rect">
            <a:avLst/>
          </a:prstGeom>
          <a:noFill/>
          <a:ln>
            <a:noFill/>
          </a:ln>
        </p:spPr>
        <p:txBody>
          <a:bodyPr anchorCtr="0" anchor="b" bIns="18275" lIns="91425" spcFirstLastPara="1" rIns="91425" wrap="square" tIns="0">
            <a:normAutofit/>
          </a:bodyPr>
          <a:lstStyle/>
          <a:p>
            <a:pPr indent="0" lvl="0" marL="0" rtl="0" algn="l">
              <a:spcBef>
                <a:spcPts val="0"/>
              </a:spcBef>
              <a:spcAft>
                <a:spcPts val="0"/>
              </a:spcAft>
              <a:buClr>
                <a:srgbClr val="174A7C"/>
              </a:buClr>
              <a:buSzPts val="2400"/>
              <a:buFont typeface="Calibri"/>
              <a:buNone/>
            </a:pPr>
            <a:r>
              <a:rPr lang="en-US"/>
              <a:t>Appendix 5 - Delta Strategies - Operating Principles</a:t>
            </a:r>
            <a:endParaRPr/>
          </a:p>
        </p:txBody>
      </p:sp>
      <p:sp>
        <p:nvSpPr>
          <p:cNvPr id="226" name="Google Shape;226;p10"/>
          <p:cNvSpPr txBox="1"/>
          <p:nvPr>
            <p:ph idx="2" type="body"/>
          </p:nvPr>
        </p:nvSpPr>
        <p:spPr>
          <a:xfrm>
            <a:off x="457200" y="1203989"/>
            <a:ext cx="8219256" cy="33771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a:p>
        </p:txBody>
      </p:sp>
      <p:pic>
        <p:nvPicPr>
          <p:cNvPr id="227" name="Google Shape;227;p10"/>
          <p:cNvPicPr preferRelativeResize="0"/>
          <p:nvPr/>
        </p:nvPicPr>
        <p:blipFill rotWithShape="1">
          <a:blip r:embed="rId3">
            <a:alphaModFix/>
          </a:blip>
          <a:srcRect b="0" l="3333" r="0" t="15090"/>
          <a:stretch/>
        </p:blipFill>
        <p:spPr>
          <a:xfrm>
            <a:off x="152400" y="1219200"/>
            <a:ext cx="8839200" cy="3235083"/>
          </a:xfrm>
          <a:prstGeom prst="rect">
            <a:avLst/>
          </a:prstGeom>
          <a:noFill/>
          <a:ln>
            <a:noFill/>
          </a:ln>
        </p:spPr>
      </p:pic>
      <p:pic>
        <p:nvPicPr>
          <p:cNvPr id="228" name="Google Shape;228;p10"/>
          <p:cNvPicPr preferRelativeResize="0"/>
          <p:nvPr>
            <p:ph idx="1" type="body"/>
          </p:nvPr>
        </p:nvPicPr>
        <p:blipFill rotWithShape="1">
          <a:blip r:embed="rId4">
            <a:alphaModFix/>
          </a:blip>
          <a:srcRect b="0" l="0" r="0" t="0"/>
          <a:stretch/>
        </p:blipFill>
        <p:spPr>
          <a:xfrm>
            <a:off x="2590800" y="4552528"/>
            <a:ext cx="3962400" cy="151287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utonomy PPT template-final">
  <a:themeElements>
    <a:clrScheme name="Autonomy Palette">
      <a:dk1>
        <a:srgbClr val="000000"/>
      </a:dk1>
      <a:lt1>
        <a:srgbClr val="FFFFFF"/>
      </a:lt1>
      <a:dk2>
        <a:srgbClr val="717073"/>
      </a:dk2>
      <a:lt2>
        <a:srgbClr val="0079C1"/>
      </a:lt2>
      <a:accent1>
        <a:srgbClr val="174A7C"/>
      </a:accent1>
      <a:accent2>
        <a:srgbClr val="ADAFB2"/>
      </a:accent2>
      <a:accent3>
        <a:srgbClr val="CDB28C"/>
      </a:accent3>
      <a:accent4>
        <a:srgbClr val="BECFDA"/>
      </a:accent4>
      <a:accent5>
        <a:srgbClr val="006A51"/>
      </a:accent5>
      <a:accent6>
        <a:srgbClr val="5D87A1"/>
      </a:accent6>
      <a:hlink>
        <a:srgbClr val="002B5C"/>
      </a:hlink>
      <a:folHlink>
        <a:srgbClr val="8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2013-06-25T18:35:15Z</dcterms:created>
  <dc:creator>dcatalano</dc:creator>
</cp:coreProperties>
</file>